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 w="12700">
            <a:solidFill>
              <a:srgbClr val="0B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21208"/>
            <a:ext cx="11057839" cy="0"/>
          </a:xfrm>
          <a:prstGeom prst="line">
            <a:avLst/>
          </a:prstGeom>
          <a:noFill/>
          <a:ln w="8890">
            <a:solidFill>
              <a:srgbClr val="2C31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560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ASKEWLY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ASK EWLY DESIGN / 01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8138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한 번의 디자인 판단이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웹과 슬라이드에 이어진다.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340156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프로젝트 고유의 DESIGN.md가 웹과 PowerPoint를 같은 언어로 만듭니다.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4572000"/>
            <a:ext cx="1600200" cy="475488"/>
          </a:xfrm>
          <a:prstGeom prst="roundRect">
            <a:avLst>
              <a:gd name="adj" fmla="val 7692"/>
            </a:avLst>
          </a:prstGeom>
          <a:solidFill>
            <a:srgbClr val="8B93FF"/>
          </a:solidFill>
          <a:ln w="12700">
            <a:solidFill>
              <a:srgbClr val="8B93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472744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C10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파일럿 보기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16:9 · editable PPTX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1018520" y="636422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 w="12700">
            <a:solidFill>
              <a:srgbClr val="0B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21208"/>
            <a:ext cx="11057839" cy="0"/>
          </a:xfrm>
          <a:prstGeom prst="line">
            <a:avLst/>
          </a:prstGeom>
          <a:noFill/>
          <a:ln w="8890">
            <a:solidFill>
              <a:srgbClr val="2C31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560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ASKEWLY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THE GAP / 02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8138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디자인 규칙은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매체마다 사라지기 쉽습니다.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66928" y="338328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웹은 CSS로, 발표자료는 수작업으로 만들어지면 색·밀도·타이포의 기준이 매번 다시 흔들립니다.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98080" y="1261872"/>
            <a:ext cx="4069080" cy="1033272"/>
          </a:xfrm>
          <a:prstGeom prst="roundRect">
            <a:avLst>
              <a:gd name="adj" fmla="val 5310"/>
            </a:avLst>
          </a:prstGeom>
          <a:solidFill>
            <a:srgbClr val="12141A"/>
          </a:solidFill>
          <a:ln w="10160">
            <a:solidFill>
              <a:srgbClr val="2C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35824" y="146304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01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7735824" y="1764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Web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0" y="2596896"/>
            <a:ext cx="4069080" cy="1033272"/>
          </a:xfrm>
          <a:prstGeom prst="roundRect">
            <a:avLst>
              <a:gd name="adj" fmla="val 5310"/>
            </a:avLst>
          </a:prstGeom>
          <a:solidFill>
            <a:srgbClr val="191C24"/>
          </a:solidFill>
          <a:ln w="10160">
            <a:solidFill>
              <a:srgbClr val="2C31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35824" y="279806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02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7735824" y="30998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Slide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3931920"/>
            <a:ext cx="4069080" cy="1033272"/>
          </a:xfrm>
          <a:prstGeom prst="roundRect">
            <a:avLst>
              <a:gd name="adj" fmla="val 5310"/>
            </a:avLst>
          </a:prstGeom>
          <a:solidFill>
            <a:srgbClr val="12141A"/>
          </a:solidFill>
          <a:ln w="10160">
            <a:solidFill>
              <a:srgbClr val="2C31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35824" y="413308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03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7735824" y="44348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getdesign → DESIGN.md → native output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18520" y="636422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 w="12700">
            <a:solidFill>
              <a:srgbClr val="0B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21208"/>
            <a:ext cx="11057839" cy="0"/>
          </a:xfrm>
          <a:prstGeom prst="line">
            <a:avLst/>
          </a:prstGeom>
          <a:noFill/>
          <a:ln w="8890">
            <a:solidFill>
              <a:srgbClr val="2C31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560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ASKEWLY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REFERENCE INTAKE / 03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8138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레퍼런스는 출발점이고,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룩의 주인은 프로젝트입니다.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66928" y="338328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getdesign의 Linear 분석에서 어두운 표면 사다리와 절제된 한 가지 신호만 가져옵니다.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98080" y="1261872"/>
            <a:ext cx="4069080" cy="1033272"/>
          </a:xfrm>
          <a:prstGeom prst="roundRect">
            <a:avLst>
              <a:gd name="adj" fmla="val 5310"/>
            </a:avLst>
          </a:prstGeom>
          <a:solidFill>
            <a:srgbClr val="12141A"/>
          </a:solidFill>
          <a:ln w="10160">
            <a:solidFill>
              <a:srgbClr val="2C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35824" y="146304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01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7735824" y="1764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Retain: surface ladder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0" y="2596896"/>
            <a:ext cx="4069080" cy="1033272"/>
          </a:xfrm>
          <a:prstGeom prst="roundRect">
            <a:avLst>
              <a:gd name="adj" fmla="val 5310"/>
            </a:avLst>
          </a:prstGeom>
          <a:solidFill>
            <a:srgbClr val="191C24"/>
          </a:solidFill>
          <a:ln w="10160">
            <a:solidFill>
              <a:srgbClr val="2C31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35824" y="279806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02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7735824" y="30998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Retain: one signal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3931920"/>
            <a:ext cx="4069080" cy="1033272"/>
          </a:xfrm>
          <a:prstGeom prst="roundRect">
            <a:avLst>
              <a:gd name="adj" fmla="val 5310"/>
            </a:avLst>
          </a:prstGeom>
          <a:solidFill>
            <a:srgbClr val="12141A"/>
          </a:solidFill>
          <a:ln w="10160">
            <a:solidFill>
              <a:srgbClr val="2C31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35824" y="413308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03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7735824" y="44348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Exclude: brand assets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getdesign → DESIGN.md → native output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18520" y="636422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 w="12700">
            <a:solidFill>
              <a:srgbClr val="0B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21208"/>
            <a:ext cx="11057839" cy="0"/>
          </a:xfrm>
          <a:prstGeom prst="line">
            <a:avLst/>
          </a:prstGeom>
          <a:noFill/>
          <a:ln w="8890">
            <a:solidFill>
              <a:srgbClr val="2C31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560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ASKEWLY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DESIGN.MD / 04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8138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결정은 파일 하나에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명시합니다.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66928" y="338328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색, 타이포, 간격, 패널, 금지 항목을 DESIGN.md에 기록해 에이전트와 사람이 같은 결정을 재사용합니다.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98080" y="1261872"/>
            <a:ext cx="4069080" cy="1033272"/>
          </a:xfrm>
          <a:prstGeom prst="roundRect">
            <a:avLst>
              <a:gd name="adj" fmla="val 5310"/>
            </a:avLst>
          </a:prstGeom>
          <a:solidFill>
            <a:srgbClr val="12141A"/>
          </a:solidFill>
          <a:ln w="10160">
            <a:solidFill>
              <a:srgbClr val="2C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35824" y="146304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01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7735824" y="1764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Colors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0" y="2596896"/>
            <a:ext cx="4069080" cy="1033272"/>
          </a:xfrm>
          <a:prstGeom prst="roundRect">
            <a:avLst>
              <a:gd name="adj" fmla="val 5310"/>
            </a:avLst>
          </a:prstGeom>
          <a:solidFill>
            <a:srgbClr val="191C24"/>
          </a:solidFill>
          <a:ln w="10160">
            <a:solidFill>
              <a:srgbClr val="2C31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35824" y="279806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02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7735824" y="30998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Type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3931920"/>
            <a:ext cx="4069080" cy="1033272"/>
          </a:xfrm>
          <a:prstGeom prst="roundRect">
            <a:avLst>
              <a:gd name="adj" fmla="val 5310"/>
            </a:avLst>
          </a:prstGeom>
          <a:solidFill>
            <a:srgbClr val="12141A"/>
          </a:solidFill>
          <a:ln w="10160">
            <a:solidFill>
              <a:srgbClr val="2C31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35824" y="413308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03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7735824" y="44348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getdesign → DESIGN.md → native output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18520" y="636422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 w="12700">
            <a:solidFill>
              <a:srgbClr val="0B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21208"/>
            <a:ext cx="11057839" cy="0"/>
          </a:xfrm>
          <a:prstGeom prst="line">
            <a:avLst/>
          </a:prstGeom>
          <a:noFill/>
          <a:ln w="8890">
            <a:solidFill>
              <a:srgbClr val="2C31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560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ASKEWLY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NATIVE OUTPUT / 05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8138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같은 토큰이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편집 가능한 PPTX가 됩니다.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66928" y="338328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텍스트와 도형을 PowerPoint 객체로 생성합니다. 그래서 발표자는 파일 안에서 직접 내용을 바꿀 수 있습니다.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98080" y="1261872"/>
            <a:ext cx="4069080" cy="1033272"/>
          </a:xfrm>
          <a:prstGeom prst="roundRect">
            <a:avLst>
              <a:gd name="adj" fmla="val 5310"/>
            </a:avLst>
          </a:prstGeom>
          <a:solidFill>
            <a:srgbClr val="12141A"/>
          </a:solidFill>
          <a:ln w="10160">
            <a:solidFill>
              <a:srgbClr val="2C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35824" y="146304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01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7735824" y="1764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Text objects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0" y="2596896"/>
            <a:ext cx="4069080" cy="1033272"/>
          </a:xfrm>
          <a:prstGeom prst="roundRect">
            <a:avLst>
              <a:gd name="adj" fmla="val 5310"/>
            </a:avLst>
          </a:prstGeom>
          <a:solidFill>
            <a:srgbClr val="191C24"/>
          </a:solidFill>
          <a:ln w="10160">
            <a:solidFill>
              <a:srgbClr val="2C31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35824" y="279806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02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7735824" y="30998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Shape objects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3931920"/>
            <a:ext cx="4069080" cy="1033272"/>
          </a:xfrm>
          <a:prstGeom prst="roundRect">
            <a:avLst>
              <a:gd name="adj" fmla="val 5310"/>
            </a:avLst>
          </a:prstGeom>
          <a:solidFill>
            <a:srgbClr val="12141A"/>
          </a:solidFill>
          <a:ln w="10160">
            <a:solidFill>
              <a:srgbClr val="2C31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35824" y="413308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03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7735824" y="44348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No flattened slides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getdesign → DESIGN.md → native output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018520" y="636422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 w="12700">
            <a:solidFill>
              <a:srgbClr val="0B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21208"/>
            <a:ext cx="11057839" cy="0"/>
          </a:xfrm>
          <a:prstGeom prst="line">
            <a:avLst/>
          </a:prstGeom>
          <a:noFill/>
          <a:ln w="8890">
            <a:solidFill>
              <a:srgbClr val="2C31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560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ASKEWLY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PILOT RESULT / 06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8138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웹에서 보던 언어를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발표에서도 이어갑니다.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66928" y="338328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이 파일럿은 getdesign → DESIGN.md → 웹과 PPTX라는 재사용 가능한 출발점을 증명합니다.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98080" y="1856232"/>
            <a:ext cx="4069080" cy="2514600"/>
          </a:xfrm>
          <a:prstGeom prst="roundRect">
            <a:avLst>
              <a:gd name="adj" fmla="val 2182"/>
            </a:avLst>
          </a:prstGeom>
          <a:solidFill>
            <a:srgbClr val="12141A"/>
          </a:solidFill>
          <a:ln w="10160">
            <a:solidFill>
              <a:srgbClr val="2C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2258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3FF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DESIGN.md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2761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웹과 PPTX가 같은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semantic token을 소비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Askewly Design · project-owned output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018520" y="636422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9B0BE"/>
                </a:solidFill>
                <a:latin typeface="Inter, Noto Sans KR, Arial, sans-serif" pitchFamily="34" charset="0"/>
                <a:ea typeface="Inter, Noto Sans KR, Arial, sans-serif" pitchFamily="34" charset="-122"/>
                <a:cs typeface="Inter, Noto Sans KR, Arial, sans-serif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Askewly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Askewly Design introduction</dc:title>
  <dc:subject>getdesign Linear-based editable PPTX pilot</dc:subject>
  <dc:creator>Askewly Design</dc:creator>
  <cp:lastModifiedBy>Askewly Design</cp:lastModifiedBy>
  <cp:revision>1</cp:revision>
  <dcterms:created xsi:type="dcterms:W3CDTF">2026-07-26T14:18:36Z</dcterms:created>
  <dcterms:modified xsi:type="dcterms:W3CDTF">2026-07-26T14:18:36Z</dcterms:modified>
</cp:coreProperties>
</file>