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정본 자산 수 (레포 실측)</c:v>
                </c:pt>
              </c:strCache>
            </c:strRef>
          </c:tx>
          <c:spPr>
            <a:solidFill>
              <a:srgbClr val="2F4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463D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4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4B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4B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4B7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UI 용어</c:v>
                  </c:pt>
                  <c:pt idx="1">
                    <c:v>llms 자산</c:v>
                  </c:pt>
                  <c:pt idx="2">
                    <c:v>레시피</c:v>
                  </c:pt>
                  <c:pt idx="3">
                    <c:v>지식·방법론 문서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562</c:v>
                </c:pt>
                <c:pt idx="1">
                  <c:v>166</c:v>
                </c:pt>
                <c:pt idx="2">
                  <c:v>47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A463D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Askewly Design 소개. 이 덱 자체가 HTML 정본에서 나왔다는 말로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북극성 3축. 셋 다 같은 정본에서 나온다는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medium-taxonomy 요지. 어록 PDF 사고 사례를 말로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오늘 레포에서 직접 센 값. 사전이 아니라 시스템 규모임을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Minto·Duarte·맥킨지가 수렴하는 순서. 린터가 제목·밀도를 자동 경고한다.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덱이 SL3 실험 본체. PPTX 두 경로의 비교 장부가 별도로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받기. 편집 가능 PPTX 산출물을 실제로 열어 보여주며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매체의 디자인을 한 시스템으로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9574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덱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55868" y="1920240"/>
            <a:ext cx="529574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4468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84468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2026-07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Design은 세 얼굴로 나간다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정본이 세 방향으로 배포된다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웹사이트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UI 패턴·용어·데모를 둘러보는 ui.askewly.com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시스템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Codex·Claude Code가 llms.txt로 읽는 토큰·레시피·가이드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왕복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익숙한 도구에서 그린 것이 정본을 거쳐 코드로 무손실 왕복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매체가 다르면 게이트도 다르다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방식이 다르니 확인하는 자도 다르다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상태를 놓쳐서 깨진다 — hover·error·다크모드까지 봐야 통과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5868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4468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84468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지면·발표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84468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형식으로 깨진다 — PDF·PPTX를 그대로 열어 봐야 통과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검사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토큰·반응형·상호작용 상태 verify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55868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84468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84468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발표의 검사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84468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캔버스 프리셋 선언 대조·WCAG 대비·근거 등급 경고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자산은 이미 쌓여 있다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사전이 아니라 시스템 규모다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097280" y="1737360"/>
          <a:ext cx="9997135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ui-dictionary 레포 실측, 2026-07-28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07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디자인보다 먼저다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거장들의 공통 순서를 게이트로 강제한다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있는 주장만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06919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22971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87563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87563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구성안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87563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장별 메시지 1개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89810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205862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0454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70454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70454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제목은 곧 주장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72701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488753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53345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53345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53345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그다음이 시각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55592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771644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36236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936236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내보내기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936236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 확인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덱 자체가 실증이다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정본 하나에서 세 형식이 나온다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보고 있는 이 화면 — 브라우저가 곧 최종 렌더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렌더로 페이지 경계 그대로 내보낸다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가능 PPTX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pptxgenjs·SVG→DrawingML 두 경로로 네이티브 개체 변환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07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3716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0080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둘러보기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3938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2538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12538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진입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12538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ui.askewly.com/llms.txt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7797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6397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56397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PPTX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56397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장부와 산출물 확인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07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Askewly Design</dc:title>
  <dc:subject>PptxGenJS Presentation</dc:subject>
  <dc:creator>PptxGenJS</dc:creator>
  <cp:lastModifiedBy>PptxGenJS</cp:lastModifiedBy>
  <cp:revision>1</cp:revision>
  <dcterms:created xsi:type="dcterms:W3CDTF">2026-07-31T16:17:39Z</dcterms:created>
  <dcterms:modified xsi:type="dcterms:W3CDTF">2026-07-31T16:17:39Z</dcterms:modified>
</cp:coreProperties>
</file>