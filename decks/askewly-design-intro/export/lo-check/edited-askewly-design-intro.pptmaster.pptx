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ptmaster-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ptmaster-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24406" y="2560320"/>
            <a:ext cx="5543188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Askewly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45739" y="3551872"/>
            <a:ext cx="250052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모든 매체의 디자인을 한 시스템으로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90733" y="4339114"/>
            <a:ext cx="12105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dirty="0">
                <a:solidFill>
                  <a:srgbClr val="777164"/>
                </a:solidFill>
                <a:latin typeface="Pretendard"/>
                <a:ea typeface="Pretendard"/>
                <a:cs typeface="Pretendard"/>
              </a:rPr>
              <a:t>소개 덱 · 2026-07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0" y="4762500"/>
            <a:ext cx="1524000" cy="38100"/>
          </a:xfrm>
          <a:prstGeom prst="rect">
            <a:avLst/>
          </a:prstGeom>
          <a:solidFill>
            <a:srgbClr val="2F4B7C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96791" y="786765"/>
            <a:ext cx="6398418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ko-KR" sz="3300" b="1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Askewly Design</a:t>
            </a:r>
            <a:r>
              <a:rPr lang="ko-KR" altLang="en-US" sz="3300" b="1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은 세 얼굴로 나간다</a:t>
            </a:r>
            <a:endParaRPr lang="en-US" sz="3300" b="1" dirty="0">
              <a:solidFill>
                <a:srgbClr val="15130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39528" y="1417796"/>
            <a:ext cx="182094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하나의 정본이 세 방향으로 배포된다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2190750"/>
            <a:ext cx="3238500" cy="2857500"/>
          </a:xfrm>
          <a:prstGeom prst="roundRect">
            <a:avLst>
              <a:gd name="adj" fmla="val 4667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042035" y="2593181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2F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8606" y="2948940"/>
            <a:ext cx="9342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공개 웹사이트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1654" y="3394710"/>
            <a:ext cx="13862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사람이 UI 패턴·용어·데모를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1654" y="36423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둘러보는 ui.askewly.com</a:t>
            </a:r>
          </a:p>
        </p:txBody>
      </p:sp>
      <p:sp>
        <p:nvSpPr>
          <p:cNvPr id="9" name="Rectangle 9"/>
          <p:cNvSpPr/>
          <p:nvPr/>
        </p:nvSpPr>
        <p:spPr>
          <a:xfrm>
            <a:off x="4476750" y="2190750"/>
            <a:ext cx="3238500" cy="2857500"/>
          </a:xfrm>
          <a:prstGeom prst="roundRect">
            <a:avLst>
              <a:gd name="adj" fmla="val 4667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756785" y="2593181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2F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53356" y="2948940"/>
            <a:ext cx="10741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에이전트 시스템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6404" y="3394710"/>
            <a:ext cx="2348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Codex·Claude Code가 llms.txt로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56404" y="3642360"/>
            <a:ext cx="11268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읽는 토큰·레시피·가이드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191500" y="2190750"/>
            <a:ext cx="3238500" cy="2857500"/>
          </a:xfrm>
          <a:prstGeom prst="roundRect">
            <a:avLst>
              <a:gd name="adj" fmla="val 4667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471535" y="2593181"/>
            <a:ext cx="1855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2F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68106" y="2948940"/>
            <a:ext cx="6543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제작 왕복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71154" y="3394710"/>
            <a:ext cx="11349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익숙한 도구에서 그린 것이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71154" y="3642360"/>
            <a:ext cx="13610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정본을 거쳐 코드로 무손실 왕복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5236" y="691515"/>
            <a:ext cx="313547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구조가 디자인보다 먼저다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4761" y="1322546"/>
            <a:ext cx="20312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거장들의 공통 순서를 게이트로 강제한다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2857500"/>
            <a:ext cx="1905000" cy="1619250"/>
          </a:xfrm>
          <a:prstGeom prst="roundRect">
            <a:avLst>
              <a:gd name="adj" fmla="val 5882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44499" y="3116104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C65A3B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4880" y="3505200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자료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166" y="3839528"/>
            <a:ext cx="6396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출처 있는 주장만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19781" y="3568065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777164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ectangle 9"/>
          <p:cNvSpPr/>
          <p:nvPr/>
        </p:nvSpPr>
        <p:spPr>
          <a:xfrm>
            <a:off x="3143250" y="2857500"/>
            <a:ext cx="1905000" cy="1619250"/>
          </a:xfrm>
          <a:prstGeom prst="roundRect">
            <a:avLst>
              <a:gd name="adj" fmla="val 5882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325749" y="3116104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C65A3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26130" y="3505200"/>
            <a:ext cx="3650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구성안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8416" y="3839528"/>
            <a:ext cx="6396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장별 메시지 1개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01031" y="3568065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777164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524500" y="2857500"/>
            <a:ext cx="1905000" cy="1619250"/>
          </a:xfrm>
          <a:prstGeom prst="roundRect">
            <a:avLst>
              <a:gd name="adj" fmla="val 5882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706999" y="3116104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C65A3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07380" y="3505200"/>
            <a:ext cx="2484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문구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09666" y="3839528"/>
            <a:ext cx="5619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제목은 곧 주장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82281" y="3568065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777164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905750" y="2857500"/>
            <a:ext cx="1905000" cy="1619250"/>
          </a:xfrm>
          <a:prstGeom prst="roundRect">
            <a:avLst>
              <a:gd name="adj" fmla="val 5882"/>
            </a:avLst>
          </a:prstGeom>
          <a:solidFill>
            <a:srgbClr val="FFFDF7"/>
          </a:solidFill>
          <a:ln w="14288">
            <a:solidFill>
              <a:srgbClr val="D8D0C1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088249" y="3116104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C65A3B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88630" y="3505200"/>
            <a:ext cx="36508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디자인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90916" y="3839528"/>
            <a:ext cx="5195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그다음이 시각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63531" y="3568065"/>
            <a:ext cx="15156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777164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0287000" y="2857500"/>
            <a:ext cx="1143000" cy="1619250"/>
          </a:xfrm>
          <a:prstGeom prst="roundRect">
            <a:avLst>
              <a:gd name="adj" fmla="val 8333"/>
            </a:avLst>
          </a:prstGeom>
          <a:solidFill>
            <a:srgbClr val="E8F0ED"/>
          </a:solidFill>
          <a:ln w="14288">
            <a:solidFill>
              <a:srgbClr val="AEC5C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0469499" y="3116104"/>
            <a:ext cx="13883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2F4B7C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70642" y="3521392"/>
            <a:ext cx="43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5130F"/>
                </a:solidFill>
                <a:latin typeface="Pretendard"/>
                <a:ea typeface="Pretendard"/>
                <a:cs typeface="Pretendard"/>
              </a:rPr>
              <a:t>내보내기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72547" y="3847624"/>
            <a:ext cx="5244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4A463D"/>
                </a:solidFill>
                <a:latin typeface="Pretendard"/>
                <a:ea typeface="Pretendard"/>
                <a:cs typeface="Pretendard"/>
              </a:rPr>
              <a:t>최종 형식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master-project">
  <a:themeElements>
    <a:clrScheme name="pptmaster-projec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master-projec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master-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</Words>
  <Application>Microsoft Office PowerPoint</Application>
  <PresentationFormat>와이드스크린</PresentationFormat>
  <Paragraphs>38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Pretendard</vt:lpstr>
      <vt:lpstr>Arial</vt:lpstr>
      <vt:lpstr>Calibri</vt:lpstr>
      <vt:lpstr>pptmaster-project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전유성</cp:lastModifiedBy>
  <cp:revision>2</cp:revision>
  <dcterms:created xsi:type="dcterms:W3CDTF">2026-07-28T09:35:12Z</dcterms:created>
  <dcterms:modified xsi:type="dcterms:W3CDTF">2026-07-28T09:48:55Z</dcterms:modified>
  <cp:category/>
  <cp:contentStatus/>
  <dc:language/>
</cp:coreProperties>
</file>