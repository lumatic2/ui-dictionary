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정본 자산 수 (레포 실측)</c:v>
                </c:pt>
              </c:strCache>
            </c:strRef>
          </c:tx>
          <c:spPr>
            <a:solidFill>
              <a:srgbClr val="2F4B7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D5F-459A-BA42-D06E27ED713C}"/>
              </c:ext>
            </c:extLst>
          </c:dPt>
          <c:dPt>
            <c:idx val="1"/>
            <c:invertIfNegative val="0"/>
            <c:bubble3D val="0"/>
            <c:spPr>
              <a:solidFill>
                <a:srgbClr val="2F9E8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D5F-459A-BA42-D06E27ED713C}"/>
              </c:ext>
            </c:extLst>
          </c:dPt>
          <c:dPt>
            <c:idx val="2"/>
            <c:invertIfNegative val="0"/>
            <c:bubble3D val="0"/>
            <c:spPr>
              <a:solidFill>
                <a:srgbClr val="C65A3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D5F-459A-BA42-D06E27ED713C}"/>
              </c:ext>
            </c:extLst>
          </c:dPt>
          <c:dPt>
            <c:idx val="3"/>
            <c:invertIfNegative val="0"/>
            <c:bubble3D val="0"/>
            <c:spPr>
              <a:solidFill>
                <a:srgbClr val="7B689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D5F-459A-BA42-D06E27ED713C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4A463D"/>
                    </a:solidFill>
                    <a:latin typeface="Pretendard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UI 용어</c:v>
                </c:pt>
                <c:pt idx="1">
                  <c:v>llms 자산</c:v>
                </c:pt>
                <c:pt idx="2">
                  <c:v>레시피</c:v>
                </c:pt>
                <c:pt idx="3">
                  <c:v>지식·방법론 문서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562</c:v>
                </c:pt>
                <c:pt idx="1">
                  <c:v>166</c:v>
                </c:pt>
                <c:pt idx="2">
                  <c:v>47</c:v>
                </c:pt>
                <c:pt idx="3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D5F-459A-BA42-D06E27ED713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6483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Askewly Design 소개. 이 덱 자체가 HTML 정본에서 나왔다는 말로 시작.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북극성 3축. 셋 다 같은 정본에서 나온다는 점이 핵심.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medium-taxonomy 요지. 어록 PDF 사고 사례를 말로 소개.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수치는 오늘 레포에서 직접 센 값. 사전이 아니라 시스템 규모임을 강조.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Minto·Duarte·맥킨지가 수렴하는 순서. 린터가 제목·밀도를 자동 경고한다.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덱이 SL3 실험 본체. PPTX 두 경로의 비교 장부가 별도로 남는다.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질문 받기. 편집 가능 PPTX 산출물을 실제로 열어 보여주며 마무리.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2377440"/>
            <a:ext cx="1091153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Askewly Design</a:t>
            </a:r>
            <a:endParaRPr lang="en-US" sz="5400" dirty="0"/>
          </a:p>
        </p:txBody>
      </p:sp>
      <p:sp>
        <p:nvSpPr>
          <p:cNvPr id="4" name="Text 1"/>
          <p:cNvSpPr/>
          <p:nvPr/>
        </p:nvSpPr>
        <p:spPr>
          <a:xfrm>
            <a:off x="640080" y="356616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모든 매체의 디자인을 한 시스템으로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640080" y="438912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771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소개 덱   ·   2026-07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altLang="ko-KR" sz="3000" b="1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Askewly Design</a:t>
            </a:r>
            <a:r>
              <a:rPr lang="ko-KR" altLang="en-US" sz="3000" b="1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은 세 얼굴로 나간다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894080" y="128016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하나의 정본이 세 방향으로 배포된다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40080" y="1920240"/>
            <a:ext cx="3423818" cy="2377440"/>
          </a:xfrm>
          <a:prstGeom prst="roundRect">
            <a:avLst>
              <a:gd name="adj" fmla="val 3077"/>
            </a:avLst>
          </a:prstGeom>
          <a:solidFill>
            <a:srgbClr val="FFFDF7"/>
          </a:solidFill>
          <a:ln w="12700">
            <a:solidFill>
              <a:srgbClr val="D8D0C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" y="210312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68680" y="2423160"/>
            <a:ext cx="29666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공개 웹사이트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2926080"/>
            <a:ext cx="296661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사람이 UI 패턴·용어·데모를 둘러보는 ui.askewly.com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83938" y="1920240"/>
            <a:ext cx="3423818" cy="2377440"/>
          </a:xfrm>
          <a:prstGeom prst="roundRect">
            <a:avLst>
              <a:gd name="adj" fmla="val 3077"/>
            </a:avLst>
          </a:prstGeom>
          <a:solidFill>
            <a:srgbClr val="FFFDF7"/>
          </a:solidFill>
          <a:ln w="12700">
            <a:solidFill>
              <a:srgbClr val="D8D0C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612538" y="210312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612538" y="2423160"/>
            <a:ext cx="29666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에이전트 시스템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4612538" y="2926080"/>
            <a:ext cx="296661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Codex·Claude Code가 llms.txt로 읽는 토큰·레시피·가이드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127797" y="1920240"/>
            <a:ext cx="3423818" cy="2377440"/>
          </a:xfrm>
          <a:prstGeom prst="roundRect">
            <a:avLst>
              <a:gd name="adj" fmla="val 3077"/>
            </a:avLst>
          </a:prstGeom>
          <a:solidFill>
            <a:srgbClr val="FFFDF7"/>
          </a:solidFill>
          <a:ln w="12700">
            <a:solidFill>
              <a:srgbClr val="D8D0C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56397" y="210312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356397" y="2423160"/>
            <a:ext cx="29666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제작 왕복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8356397" y="2926080"/>
            <a:ext cx="296661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익숙한 도구에서 그린 것이 정본을 거쳐 코드로 무손실 왕복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매체가 다르면 게이트도 다르다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40080" y="128016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실패 방식이 다르니 확인하는 자도 다르다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40080" y="1920240"/>
            <a:ext cx="5295748" cy="2011680"/>
          </a:xfrm>
          <a:prstGeom prst="roundRect">
            <a:avLst>
              <a:gd name="adj" fmla="val 3636"/>
            </a:avLst>
          </a:prstGeom>
          <a:solidFill>
            <a:srgbClr val="FFFDF7"/>
          </a:solidFill>
          <a:ln w="12700">
            <a:solidFill>
              <a:srgbClr val="D8D0C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" y="2103120"/>
            <a:ext cx="48385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68680" y="2423160"/>
            <a:ext cx="48385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2926080"/>
            <a:ext cx="48385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상태를 놓쳐서 깨진다 — hover·error·다크모드까지 봐야 통과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55868" y="1920240"/>
            <a:ext cx="5295748" cy="2011680"/>
          </a:xfrm>
          <a:prstGeom prst="roundRect">
            <a:avLst>
              <a:gd name="adj" fmla="val 3636"/>
            </a:avLst>
          </a:prstGeom>
          <a:solidFill>
            <a:srgbClr val="FFFDF7"/>
          </a:solidFill>
          <a:ln w="12700">
            <a:solidFill>
              <a:srgbClr val="D8D0C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84468" y="2103120"/>
            <a:ext cx="48385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84468" y="2423160"/>
            <a:ext cx="48385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지면·발표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484468" y="2926080"/>
            <a:ext cx="48385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형식으로 깨진다 — PDF·PPTX를 그대로 열어 봐야 통과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40080" y="4251960"/>
            <a:ext cx="5295748" cy="2011680"/>
          </a:xfrm>
          <a:prstGeom prst="roundRect">
            <a:avLst>
              <a:gd name="adj" fmla="val 3636"/>
            </a:avLst>
          </a:prstGeom>
          <a:solidFill>
            <a:srgbClr val="FFFDF7"/>
          </a:solidFill>
          <a:ln w="12700">
            <a:solidFill>
              <a:srgbClr val="D8D0C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68680" y="4434840"/>
            <a:ext cx="48385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68680" y="4754880"/>
            <a:ext cx="48385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화면의 검사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868680" y="5257800"/>
            <a:ext cx="48385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semantic 토큰·반응형·상호작용 상태 verify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255868" y="4251960"/>
            <a:ext cx="5295748" cy="2011680"/>
          </a:xfrm>
          <a:prstGeom prst="roundRect">
            <a:avLst>
              <a:gd name="adj" fmla="val 3636"/>
            </a:avLst>
          </a:prstGeom>
          <a:solidFill>
            <a:srgbClr val="FFFDF7"/>
          </a:solidFill>
          <a:ln w="12700">
            <a:solidFill>
              <a:srgbClr val="D8D0C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84468" y="4434840"/>
            <a:ext cx="48385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484468" y="4754880"/>
            <a:ext cx="48385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발표의 검사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6484468" y="5257800"/>
            <a:ext cx="48385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캔버스 프리셋 선언 대조·WCAG 대비·근거 등급 경고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자산은 이미 쌓여 있다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1097280" y="1737360"/>
          <a:ext cx="9997135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1"/>
          <p:cNvSpPr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771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Source: ui-dictionary 레포 실측, 2026-07-28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구조가 디자인보다 먼저다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40080" y="128016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거장들의 공통 순서를 게이트로 강제한다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40080" y="2743200"/>
            <a:ext cx="1779971" cy="1737360"/>
          </a:xfrm>
          <a:prstGeom prst="roundRect">
            <a:avLst>
              <a:gd name="adj" fmla="val 3158"/>
            </a:avLst>
          </a:prstGeom>
          <a:solidFill>
            <a:srgbClr val="FFFDF7"/>
          </a:solidFill>
          <a:ln w="12700">
            <a:solidFill>
              <a:srgbClr val="D8D0C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04672" y="28803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65A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04672" y="3291840"/>
            <a:ext cx="1450787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04672" y="3749040"/>
            <a:ext cx="1450787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 있는 주장만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506919" y="3383280"/>
            <a:ext cx="329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771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2922971" y="2743200"/>
            <a:ext cx="1779971" cy="1737360"/>
          </a:xfrm>
          <a:prstGeom prst="roundRect">
            <a:avLst>
              <a:gd name="adj" fmla="val 3158"/>
            </a:avLst>
          </a:prstGeom>
          <a:solidFill>
            <a:srgbClr val="FFFDF7"/>
          </a:solidFill>
          <a:ln w="12700">
            <a:solidFill>
              <a:srgbClr val="D8D0C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087563" y="28803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65A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087563" y="3291840"/>
            <a:ext cx="1450787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구성안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087563" y="3749040"/>
            <a:ext cx="1450787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장별 메시지 1개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789810" y="3383280"/>
            <a:ext cx="329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771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5205862" y="2743200"/>
            <a:ext cx="1779971" cy="1737360"/>
          </a:xfrm>
          <a:prstGeom prst="roundRect">
            <a:avLst>
              <a:gd name="adj" fmla="val 3158"/>
            </a:avLst>
          </a:prstGeom>
          <a:solidFill>
            <a:srgbClr val="FFFDF7"/>
          </a:solidFill>
          <a:ln w="12700">
            <a:solidFill>
              <a:srgbClr val="D8D0C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370454" y="28803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65A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370454" y="3291840"/>
            <a:ext cx="1450787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문구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5370454" y="3749040"/>
            <a:ext cx="1450787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제목은 곧 주장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072701" y="3383280"/>
            <a:ext cx="329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771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7488753" y="2743200"/>
            <a:ext cx="1779971" cy="1737360"/>
          </a:xfrm>
          <a:prstGeom prst="roundRect">
            <a:avLst>
              <a:gd name="adj" fmla="val 3158"/>
            </a:avLst>
          </a:prstGeom>
          <a:solidFill>
            <a:srgbClr val="FFFDF7"/>
          </a:solidFill>
          <a:ln w="12700">
            <a:solidFill>
              <a:srgbClr val="D8D0C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653345" y="28803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65A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653345" y="3291840"/>
            <a:ext cx="1450787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7653345" y="3749040"/>
            <a:ext cx="1450787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그다음이 시각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9355592" y="3383280"/>
            <a:ext cx="329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771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9771644" y="2743200"/>
            <a:ext cx="1779971" cy="1737360"/>
          </a:xfrm>
          <a:prstGeom prst="roundRect">
            <a:avLst>
              <a:gd name="adj" fmla="val 3158"/>
            </a:avLst>
          </a:prstGeom>
          <a:solidFill>
            <a:srgbClr val="FFFDF7"/>
          </a:solidFill>
          <a:ln w="12700">
            <a:solidFill>
              <a:srgbClr val="D8D0C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936236" y="28803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65A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9936236" y="3291840"/>
            <a:ext cx="1450787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내보내기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9936236" y="3749040"/>
            <a:ext cx="1450787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형식 확인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덱 자체가 실증이다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40080" y="128016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HTML 정본 하나에서 세 형식이 나온다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40080" y="1920240"/>
            <a:ext cx="3423818" cy="2377440"/>
          </a:xfrm>
          <a:prstGeom prst="roundRect">
            <a:avLst>
              <a:gd name="adj" fmla="val 3077"/>
            </a:avLst>
          </a:prstGeom>
          <a:solidFill>
            <a:srgbClr val="FFFDF7"/>
          </a:solidFill>
          <a:ln w="12700">
            <a:solidFill>
              <a:srgbClr val="D8D0C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" y="210312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68680" y="2423160"/>
            <a:ext cx="29666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HTML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2926080"/>
            <a:ext cx="296661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지금 보고 있는 이 화면 — 브라우저가 곧 최종 렌더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83938" y="1920240"/>
            <a:ext cx="3423818" cy="2377440"/>
          </a:xfrm>
          <a:prstGeom prst="roundRect">
            <a:avLst>
              <a:gd name="adj" fmla="val 3077"/>
            </a:avLst>
          </a:prstGeom>
          <a:solidFill>
            <a:srgbClr val="FFFDF7"/>
          </a:solidFill>
          <a:ln w="12700">
            <a:solidFill>
              <a:srgbClr val="D8D0C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612538" y="210312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612538" y="2423160"/>
            <a:ext cx="29666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PDF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4612538" y="2926080"/>
            <a:ext cx="296661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Playwright 렌더로 페이지 경계 그대로 내보낸다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127797" y="1920240"/>
            <a:ext cx="3423818" cy="2377440"/>
          </a:xfrm>
          <a:prstGeom prst="roundRect">
            <a:avLst>
              <a:gd name="adj" fmla="val 3077"/>
            </a:avLst>
          </a:prstGeom>
          <a:solidFill>
            <a:srgbClr val="FFFDF7"/>
          </a:solidFill>
          <a:ln w="12700">
            <a:solidFill>
              <a:srgbClr val="D8D0C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56397" y="210312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356397" y="2423160"/>
            <a:ext cx="29666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편집 가능 PPTX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8356397" y="2926080"/>
            <a:ext cx="296661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pptxgenjs·SVG→DrawingML 두 경로로 네이티브 개체 변환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137160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액션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640080" y="2743200"/>
            <a:ext cx="3423818" cy="1828800"/>
          </a:xfrm>
          <a:prstGeom prst="roundRect">
            <a:avLst>
              <a:gd name="adj" fmla="val 4000"/>
            </a:avLst>
          </a:prstGeom>
          <a:solidFill>
            <a:srgbClr val="FFFDF7"/>
          </a:solidFill>
          <a:ln w="12700">
            <a:solidFill>
              <a:srgbClr val="D8D0C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68680" y="292608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68680" y="3246120"/>
            <a:ext cx="29666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둘러보기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68680" y="3749040"/>
            <a:ext cx="296661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ui.askewly.com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383938" y="2743200"/>
            <a:ext cx="3423818" cy="1828800"/>
          </a:xfrm>
          <a:prstGeom prst="roundRect">
            <a:avLst>
              <a:gd name="adj" fmla="val 4000"/>
            </a:avLst>
          </a:prstGeom>
          <a:solidFill>
            <a:srgbClr val="FFFDF7"/>
          </a:solidFill>
          <a:ln w="12700">
            <a:solidFill>
              <a:srgbClr val="D8D0C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612538" y="292608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612538" y="3246120"/>
            <a:ext cx="29666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에이전트 진입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4612538" y="3749040"/>
            <a:ext cx="296661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ui.askewly.com/llms.txt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127797" y="2743200"/>
            <a:ext cx="3423818" cy="1828800"/>
          </a:xfrm>
          <a:prstGeom prst="roundRect">
            <a:avLst>
              <a:gd name="adj" fmla="val 4000"/>
            </a:avLst>
          </a:prstGeom>
          <a:solidFill>
            <a:srgbClr val="FFFDF7"/>
          </a:solidFill>
          <a:ln w="12700">
            <a:solidFill>
              <a:srgbClr val="D8D0C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356397" y="292608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356397" y="3246120"/>
            <a:ext cx="29666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편집 PPTX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8356397" y="3749040"/>
            <a:ext cx="296661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비교 장부와 산출물 확인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348</Words>
  <Application>Microsoft Office PowerPoint</Application>
  <PresentationFormat>와이드스크린</PresentationFormat>
  <Paragraphs>86</Paragraphs>
  <Slides>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Pretendard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Askewly Design</dc:title>
  <dc:subject>PptxGenJS Presentation</dc:subject>
  <dc:creator>Askewly Design</dc:creator>
  <cp:lastModifiedBy>전유성</cp:lastModifiedBy>
  <cp:revision>2</cp:revision>
  <dcterms:created xsi:type="dcterms:W3CDTF">2026-07-28T09:32:25Z</dcterms:created>
  <dcterms:modified xsi:type="dcterms:W3CDTF">2026-07-28T09:48:55Z</dcterms:modified>
</cp:coreProperties>
</file>