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master-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master-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24406" y="2560320"/>
            <a:ext cx="554318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Askewly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45739" y="3551872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모든 매체의 디자인을 한 시스템으로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90733" y="4339114"/>
            <a:ext cx="12105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소개 덱 · 2026-07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4762500"/>
            <a:ext cx="1524000" cy="38100"/>
          </a:xfrm>
          <a:prstGeom prst="rect">
            <a:avLst/>
          </a:prstGeom>
          <a:solidFill>
            <a:srgbClr val="2F4B7C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0247" y="786765"/>
            <a:ext cx="589150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Askewly Design은 세 얼굴로 나간다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85528" y="1417796"/>
            <a:ext cx="18209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하나의 정본이 세 방향으로 배포된다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203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8606" y="2948940"/>
            <a:ext cx="9342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공개 웹사이트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654" y="3394710"/>
            <a:ext cx="1386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사람이 UI 패턴·용어·데모를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654" y="36423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둘러보는 ui.askewly.com</a:t>
            </a:r>
          </a:p>
        </p:txBody>
      </p:sp>
      <p:sp>
        <p:nvSpPr>
          <p:cNvPr id="9" name="Rectangle 9"/>
          <p:cNvSpPr/>
          <p:nvPr/>
        </p:nvSpPr>
        <p:spPr>
          <a:xfrm>
            <a:off x="447675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5678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53356" y="2948940"/>
            <a:ext cx="10741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에이전트 시스템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6404" y="3394710"/>
            <a:ext cx="2348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Codex·Claude Code가 llms.txt로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6404" y="3642360"/>
            <a:ext cx="11268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읽는 토큰·레시피·가이드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19150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7153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8106" y="2948940"/>
            <a:ext cx="654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제작 왕복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71154" y="3394710"/>
            <a:ext cx="11349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익숙한 도구에서 그린 것이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71154" y="3642360"/>
            <a:ext cx="1361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정본을 거쳐 코드로 무손실 왕복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236" y="691515"/>
            <a:ext cx="313547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구조가 디자인보다 먼저다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4761" y="1322546"/>
            <a:ext cx="20312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거장들의 공통 순서를 게이트로 강제한다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444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4880" y="350520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166" y="3839528"/>
            <a:ext cx="6396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출처 있는 주장만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978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ectangle 9"/>
          <p:cNvSpPr/>
          <p:nvPr/>
        </p:nvSpPr>
        <p:spPr>
          <a:xfrm>
            <a:off x="314325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32574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6130" y="3505200"/>
            <a:ext cx="365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구성안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8416" y="3839528"/>
            <a:ext cx="6396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장별 메시지 1개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0103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52450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7069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7380" y="350520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09666" y="3839528"/>
            <a:ext cx="5619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제목은 곧 주장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8228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90575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08824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8630" y="3505200"/>
            <a:ext cx="365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90916" y="3839528"/>
            <a:ext cx="5195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그다음이 시각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6353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0287000" y="2857500"/>
            <a:ext cx="1143000" cy="1619250"/>
          </a:xfrm>
          <a:prstGeom prst="roundRect">
            <a:avLst>
              <a:gd name="adj" fmla="val 8333"/>
            </a:avLst>
          </a:prstGeom>
          <a:solidFill>
            <a:srgbClr val="E8F0ED"/>
          </a:solidFill>
          <a:ln w="14288">
            <a:solidFill>
              <a:srgbClr val="AEC5C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4694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0642" y="3521392"/>
            <a:ext cx="43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내보내기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2547" y="3847624"/>
            <a:ext cx="5244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최종 형식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master-project">
  <a:themeElements>
    <a:clrScheme name="pptmaster-projec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master-projec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master-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2026-07-28T09:35:12Z</dcterms:created>
  <dcterms:modified xsi:type="dcterms:W3CDTF">2026-07-28T09:35:12Z</dcterms:modified>
  <cp:category/>
  <cp:contentStatus/>
</cp:coreProperties>
</file>