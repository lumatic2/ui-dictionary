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정본 자산 수 (레포 실측)</c:v>
                </c:pt>
              </c:strCache>
            </c:strRef>
          </c:tx>
          <c:spPr>
            <a:solidFill>
              <a:srgbClr val="2F4B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5130F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UI 용어</c:v>
                  </c:pt>
                  <c:pt idx="1">
                    <c:v>llms 자산</c:v>
                  </c:pt>
                  <c:pt idx="2">
                    <c:v>레시피</c:v>
                  </c:pt>
                  <c:pt idx="3">
                    <c:v>지식·방법론 문서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562</c:v>
                </c:pt>
                <c:pt idx="1">
                  <c:v>166</c:v>
                </c:pt>
                <c:pt idx="2">
                  <c:v>47</c:v>
                </c:pt>
                <c:pt idx="3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5130F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A463D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7E1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Askewly Design 소개. 이 덱 자체가 HTML 정본에서 나왔다는 말로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북극성 3축. 셋 다 같은 정본에서 나온다는 점이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medium-taxonomy 요지. 어록 PDF 사고 사례를 말로 소개.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수치는 오늘 레포에서 직접 센 값. 사전이 아니라 시스템 규모임을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Minto·Duarte·맥킨지가 수렴하는 순서. 린터가 제목·밀도를 자동 경고한다.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 정본 하나에서 세 형식이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액션 3개.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12191695" cy="2478024"/>
          </a:xfrm>
          <a:prstGeom prst="rect">
            <a:avLst/>
          </a:prstGeom>
          <a:solidFill>
            <a:srgbClr val="15130F">
              <a:alpha val="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82896"/>
            <a:ext cx="12191695" cy="1984248"/>
          </a:xfrm>
          <a:prstGeom prst="rect">
            <a:avLst/>
          </a:prstGeom>
          <a:solidFill>
            <a:srgbClr val="15130F">
              <a:alpha val="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376672"/>
            <a:ext cx="12191695" cy="1490472"/>
          </a:xfrm>
          <a:prstGeom prst="rect">
            <a:avLst/>
          </a:prstGeom>
          <a:solidFill>
            <a:srgbClr val="15130F">
              <a:alpha val="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870448"/>
            <a:ext cx="12191695" cy="996696"/>
          </a:xfrm>
          <a:prstGeom prst="rect">
            <a:avLst/>
          </a:prstGeom>
          <a:solidFill>
            <a:srgbClr val="15130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64224"/>
            <a:ext cx="12191695" cy="502920"/>
          </a:xfrm>
          <a:prstGeom prst="rect">
            <a:avLst/>
          </a:prstGeom>
          <a:solidFill>
            <a:srgbClr val="15130F">
              <a:alpha val="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9494215" y="292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6419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251460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-50" kern="0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685800" y="361188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매체의 디자인을 한 시스템으로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090008" y="426110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90008" y="426110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 덱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87288" y="426110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87288" y="426110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2026-07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12191695" cy="2478024"/>
          </a:xfrm>
          <a:prstGeom prst="rect">
            <a:avLst/>
          </a:prstGeom>
          <a:solidFill>
            <a:srgbClr val="15130F">
              <a:alpha val="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82896"/>
            <a:ext cx="12191695" cy="1984248"/>
          </a:xfrm>
          <a:prstGeom prst="rect">
            <a:avLst/>
          </a:prstGeom>
          <a:solidFill>
            <a:srgbClr val="15130F">
              <a:alpha val="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376672"/>
            <a:ext cx="12191695" cy="1490472"/>
          </a:xfrm>
          <a:prstGeom prst="rect">
            <a:avLst/>
          </a:prstGeom>
          <a:solidFill>
            <a:srgbClr val="15130F">
              <a:alpha val="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870448"/>
            <a:ext cx="12191695" cy="996696"/>
          </a:xfrm>
          <a:prstGeom prst="rect">
            <a:avLst/>
          </a:prstGeom>
          <a:solidFill>
            <a:srgbClr val="15130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64224"/>
            <a:ext cx="12191695" cy="502920"/>
          </a:xfrm>
          <a:prstGeom prst="rect">
            <a:avLst/>
          </a:prstGeom>
          <a:solidFill>
            <a:srgbClr val="15130F">
              <a:alpha val="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pPr indent="0" marL="0">
              <a:buNone/>
            </a:pPr>
            <a:r>
              <a:rPr lang="en-US" sz="1050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시스템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494215" y="292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6419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95848" y="6419088"/>
            <a:ext cx="541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ui-dictionary 레포 실측, 2026-07-28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" y="804672"/>
            <a:ext cx="930528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정본이 세 방향으로 배포됩니다.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685800" y="1389888"/>
            <a:ext cx="93052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웹사이트·에이전트·제작 왕복 — 셋 다 같은 토큰 SSOT 에서 출발한다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5800" y="2514600"/>
            <a:ext cx="3460394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41832" y="2679192"/>
            <a:ext cx="29483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562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941832" y="3172968"/>
            <a:ext cx="29483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용어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41832" y="3429000"/>
            <a:ext cx="294833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웹사이트가 서빙하는 정본 항목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365650" y="2514600"/>
            <a:ext cx="3460394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621682" y="2679192"/>
            <a:ext cx="29483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166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4621682" y="3172968"/>
            <a:ext cx="29483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llms 자산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621682" y="3429000"/>
            <a:ext cx="294833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에이전트가 llms.txt 로 읽는 토큰·가이드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045501" y="2514600"/>
            <a:ext cx="3460394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301533" y="2679192"/>
            <a:ext cx="29483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무손실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8301533" y="3172968"/>
            <a:ext cx="29483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왕복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301533" y="3429000"/>
            <a:ext cx="294833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그린 것이 정본을 거쳐 코드로 왕복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85800" y="4251960"/>
            <a:ext cx="3423818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05256" y="478231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05256" y="4782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490472" y="4379976"/>
            <a:ext cx="23996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얼굴 ①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490472" y="4581144"/>
            <a:ext cx="239969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웹사이트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490472" y="4837176"/>
            <a:ext cx="239969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UI 패턴·용어·데모를 둘러보는 ui.askewly.com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383938" y="4251960"/>
            <a:ext cx="3423818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603394" y="478231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03394" y="4782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⧉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188610" y="4379976"/>
            <a:ext cx="23996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얼굴 ②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188610" y="4581144"/>
            <a:ext cx="239969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시스템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5188610" y="4837176"/>
            <a:ext cx="239969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Codex·Claude Code가 llms.txt로 읽는 토큰·레시피·가이드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8082077" y="4251960"/>
            <a:ext cx="3423818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8301533" y="478231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301533" y="4782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⇄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8886749" y="4379976"/>
            <a:ext cx="23996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얼굴 ③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886749" y="4581144"/>
            <a:ext cx="239969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왕복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8886749" y="4837176"/>
            <a:ext cx="239969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익숙한 도구에서 그린 것이 정본을 거쳐 코드로 무손실 왕복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12191695" cy="2478024"/>
          </a:xfrm>
          <a:prstGeom prst="rect">
            <a:avLst/>
          </a:prstGeom>
          <a:solidFill>
            <a:srgbClr val="15130F">
              <a:alpha val="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82896"/>
            <a:ext cx="12191695" cy="1984248"/>
          </a:xfrm>
          <a:prstGeom prst="rect">
            <a:avLst/>
          </a:prstGeom>
          <a:solidFill>
            <a:srgbClr val="15130F">
              <a:alpha val="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376672"/>
            <a:ext cx="12191695" cy="1490472"/>
          </a:xfrm>
          <a:prstGeom prst="rect">
            <a:avLst/>
          </a:prstGeom>
          <a:solidFill>
            <a:srgbClr val="15130F">
              <a:alpha val="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870448"/>
            <a:ext cx="12191695" cy="996696"/>
          </a:xfrm>
          <a:prstGeom prst="rect">
            <a:avLst/>
          </a:prstGeom>
          <a:solidFill>
            <a:srgbClr val="15130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64224"/>
            <a:ext cx="12191695" cy="502920"/>
          </a:xfrm>
          <a:prstGeom prst="rect">
            <a:avLst/>
          </a:prstGeom>
          <a:solidFill>
            <a:srgbClr val="15130F">
              <a:alpha val="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indent="0" marL="0">
              <a:buNone/>
            </a:pPr>
            <a:r>
              <a:rPr lang="en-US" sz="1050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원칙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494215" y="292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6419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804672"/>
            <a:ext cx="930528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매체가 다르면 게이트도 다릅니다.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685800" y="1389888"/>
            <a:ext cx="93052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방식이 다르니 확인하는 자도 다르다 — 화면은 상태로, 지면·발표는 최종 형식으로 깨진다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85800" y="2514600"/>
            <a:ext cx="5300320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41832" y="2679192"/>
            <a:ext cx="478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941832" y="3172968"/>
            <a:ext cx="478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화면이 깨지는 곳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41832" y="3429000"/>
            <a:ext cx="478825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hover·error·다크모드까지 봐야 통과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205576" y="2514600"/>
            <a:ext cx="5300320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61608" y="2679192"/>
            <a:ext cx="478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형식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61608" y="3172968"/>
            <a:ext cx="478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지면·발표가 깨지는 곳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61608" y="3429000"/>
            <a:ext cx="478825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PDF·PPTX를 그대로 열어 봐야 통과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85800" y="4251960"/>
            <a:ext cx="5272888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05256" y="478231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5256" y="4782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▣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490472" y="4379976"/>
            <a:ext cx="424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 ①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490472" y="4581144"/>
            <a:ext cx="424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화면의 검사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490472" y="4837176"/>
            <a:ext cx="42487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토큰·반응형·상호작용 상태 verify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233008" y="4251960"/>
            <a:ext cx="5272888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452464" y="478231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52464" y="4782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◎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037680" y="4379976"/>
            <a:ext cx="424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 ②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037680" y="4581144"/>
            <a:ext cx="424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발표의 검사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037680" y="4837176"/>
            <a:ext cx="42487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캔버스 프리셋 선언 대조·WCAG 대비·근거 등급 경고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12191695" cy="2478024"/>
          </a:xfrm>
          <a:prstGeom prst="rect">
            <a:avLst/>
          </a:prstGeom>
          <a:solidFill>
            <a:srgbClr val="15130F">
              <a:alpha val="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82896"/>
            <a:ext cx="12191695" cy="1984248"/>
          </a:xfrm>
          <a:prstGeom prst="rect">
            <a:avLst/>
          </a:prstGeom>
          <a:solidFill>
            <a:srgbClr val="15130F">
              <a:alpha val="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376672"/>
            <a:ext cx="12191695" cy="1490472"/>
          </a:xfrm>
          <a:prstGeom prst="rect">
            <a:avLst/>
          </a:prstGeom>
          <a:solidFill>
            <a:srgbClr val="15130F">
              <a:alpha val="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870448"/>
            <a:ext cx="12191695" cy="996696"/>
          </a:xfrm>
          <a:prstGeom prst="rect">
            <a:avLst/>
          </a:prstGeom>
          <a:solidFill>
            <a:srgbClr val="15130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64224"/>
            <a:ext cx="12191695" cy="502920"/>
          </a:xfrm>
          <a:prstGeom prst="rect">
            <a:avLst/>
          </a:prstGeom>
          <a:solidFill>
            <a:srgbClr val="15130F">
              <a:alpha val="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pPr indent="0" marL="0">
              <a:buNone/>
            </a:pPr>
            <a:r>
              <a:rPr lang="en-US" sz="1050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실증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494215" y="292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6419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95848" y="6419088"/>
            <a:ext cx="541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ui-dictionary 레포 실측, 2026-07-28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" y="804672"/>
            <a:ext cx="930528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자산은 이미 쌓여 있습니다.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685800" y="1389888"/>
            <a:ext cx="93052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용어 562 · llms 자산 166 — 용어 사전이 아니라 시스템 규모다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5800" y="1938528"/>
            <a:ext cx="6059253" cy="4352544"/>
          </a:xfrm>
          <a:prstGeom prst="roundRect">
            <a:avLst>
              <a:gd name="adj" fmla="val 1681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60120" y="2121408"/>
            <a:ext cx="551061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정본 자산 수 (레포 실측)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60120" y="2395728"/>
            <a:ext cx="551061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단위: 항목 · 2026-07-28 기준</a:t>
            </a:r>
            <a:endParaRPr lang="en-US" sz="9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914400" y="2688336"/>
          <a:ext cx="5602053" cy="31638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4"/>
          <p:cNvSpPr/>
          <p:nvPr/>
        </p:nvSpPr>
        <p:spPr>
          <a:xfrm>
            <a:off x="960120" y="5961888"/>
            <a:ext cx="551061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ui-dictionary 레포 실측, 2026-07-28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7019373" y="1938528"/>
            <a:ext cx="4486522" cy="1316736"/>
          </a:xfrm>
          <a:prstGeom prst="roundRect">
            <a:avLst>
              <a:gd name="adj" fmla="val 5556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275405" y="2103120"/>
            <a:ext cx="3974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562</a:t>
            </a:r>
            <a:endParaRPr lang="en-US" sz="2700" dirty="0"/>
          </a:p>
        </p:txBody>
      </p:sp>
      <p:sp>
        <p:nvSpPr>
          <p:cNvPr id="21" name="Text 17"/>
          <p:cNvSpPr/>
          <p:nvPr/>
        </p:nvSpPr>
        <p:spPr>
          <a:xfrm>
            <a:off x="7275405" y="2596896"/>
            <a:ext cx="3974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용어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7275405" y="2852928"/>
            <a:ext cx="397445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탐색·검색되는 정본 항목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7019373" y="3456432"/>
            <a:ext cx="4486522" cy="1316736"/>
          </a:xfrm>
          <a:prstGeom prst="roundRect">
            <a:avLst>
              <a:gd name="adj" fmla="val 5556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7275405" y="3621024"/>
            <a:ext cx="3974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166</a:t>
            </a:r>
            <a:endParaRPr lang="en-US" sz="2700" dirty="0"/>
          </a:p>
        </p:txBody>
      </p:sp>
      <p:sp>
        <p:nvSpPr>
          <p:cNvPr id="25" name="Text 21"/>
          <p:cNvSpPr/>
          <p:nvPr/>
        </p:nvSpPr>
        <p:spPr>
          <a:xfrm>
            <a:off x="7275405" y="4114800"/>
            <a:ext cx="3974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llms 자산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7275405" y="4370832"/>
            <a:ext cx="397445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진입 경로로 배포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7019373" y="4974336"/>
            <a:ext cx="4486522" cy="1316736"/>
          </a:xfrm>
          <a:prstGeom prst="roundRect">
            <a:avLst>
              <a:gd name="adj" fmla="val 5556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7275405" y="5138928"/>
            <a:ext cx="3974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</a:t>
            </a:r>
            <a:endParaRPr lang="en-US" sz="2700" dirty="0"/>
          </a:p>
        </p:txBody>
      </p:sp>
      <p:sp>
        <p:nvSpPr>
          <p:cNvPr id="29" name="Text 25"/>
          <p:cNvSpPr/>
          <p:nvPr/>
        </p:nvSpPr>
        <p:spPr>
          <a:xfrm>
            <a:off x="7275405" y="5632704"/>
            <a:ext cx="3974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레시피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7275405" y="5888736"/>
            <a:ext cx="397445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실동작 데모가 딸린 구현 단위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12191695" cy="2478024"/>
          </a:xfrm>
          <a:prstGeom prst="rect">
            <a:avLst/>
          </a:prstGeom>
          <a:solidFill>
            <a:srgbClr val="15130F">
              <a:alpha val="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82896"/>
            <a:ext cx="12191695" cy="1984248"/>
          </a:xfrm>
          <a:prstGeom prst="rect">
            <a:avLst/>
          </a:prstGeom>
          <a:solidFill>
            <a:srgbClr val="15130F">
              <a:alpha val="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376672"/>
            <a:ext cx="12191695" cy="1490472"/>
          </a:xfrm>
          <a:prstGeom prst="rect">
            <a:avLst/>
          </a:prstGeom>
          <a:solidFill>
            <a:srgbClr val="15130F">
              <a:alpha val="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870448"/>
            <a:ext cx="12191695" cy="996696"/>
          </a:xfrm>
          <a:prstGeom prst="rect">
            <a:avLst/>
          </a:prstGeom>
          <a:solidFill>
            <a:srgbClr val="15130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64224"/>
            <a:ext cx="12191695" cy="502920"/>
          </a:xfrm>
          <a:prstGeom prst="rect">
            <a:avLst/>
          </a:prstGeom>
          <a:solidFill>
            <a:srgbClr val="15130F">
              <a:alpha val="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pPr indent="0" marL="0">
              <a:buNone/>
            </a:pPr>
            <a:r>
              <a:rPr lang="en-US" sz="1050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방법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494215" y="292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6419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804672"/>
            <a:ext cx="930528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구조가 디자인보다 먼저입니다.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685800" y="1389888"/>
            <a:ext cx="93052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Minto·Duarte·맥킨지가 수렴하는 공통 순서를 게이트로 강제한다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85800" y="2583180"/>
            <a:ext cx="2017715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86968" y="2729484"/>
            <a:ext cx="161537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①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86968" y="2985516"/>
            <a:ext cx="16153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86968" y="3278124"/>
            <a:ext cx="161537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있는 주장만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886395" y="2583180"/>
            <a:ext cx="2017715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087563" y="2729484"/>
            <a:ext cx="161537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②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087563" y="2985516"/>
            <a:ext cx="16153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구성안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087563" y="3278124"/>
            <a:ext cx="161537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장별 메시지 1개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086990" y="2583180"/>
            <a:ext cx="2017715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288158" y="2729484"/>
            <a:ext cx="161537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③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288158" y="2985516"/>
            <a:ext cx="16153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문구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288158" y="3278124"/>
            <a:ext cx="161537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제목은 곧 주장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287585" y="2583180"/>
            <a:ext cx="2017715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488753" y="2729484"/>
            <a:ext cx="161537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④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488753" y="2985516"/>
            <a:ext cx="16153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488753" y="3278124"/>
            <a:ext cx="161537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그다음이 시각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9488180" y="2583180"/>
            <a:ext cx="2017715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9689348" y="2729484"/>
            <a:ext cx="161537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⑤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9689348" y="2985516"/>
            <a:ext cx="16153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내보내기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9689348" y="3278124"/>
            <a:ext cx="161537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형식 확인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85800" y="4320540"/>
            <a:ext cx="5272888" cy="1325880"/>
          </a:xfrm>
          <a:prstGeom prst="roundRect">
            <a:avLst>
              <a:gd name="adj" fmla="val 5517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05256" y="478231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05256" y="4782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490472" y="4448556"/>
            <a:ext cx="424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 ①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490472" y="4649724"/>
            <a:ext cx="424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경고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1490472" y="4905756"/>
            <a:ext cx="424876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validator가 제목 길이·본문 밀도·레이아웃 적합성을 경고한다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233008" y="4320540"/>
            <a:ext cx="5272888" cy="1325880"/>
          </a:xfrm>
          <a:prstGeom prst="roundRect">
            <a:avLst>
              <a:gd name="adj" fmla="val 5517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452464" y="478231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52464" y="4782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7037680" y="4448556"/>
            <a:ext cx="424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 ②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037680" y="4649724"/>
            <a:ext cx="424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승인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7037680" y="4905756"/>
            <a:ext cx="424876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구성안·문구·스타일은 각 게이트에서 사람이 승인한다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12191695" cy="2478024"/>
          </a:xfrm>
          <a:prstGeom prst="rect">
            <a:avLst/>
          </a:prstGeom>
          <a:solidFill>
            <a:srgbClr val="15130F">
              <a:alpha val="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82896"/>
            <a:ext cx="12191695" cy="1984248"/>
          </a:xfrm>
          <a:prstGeom prst="rect">
            <a:avLst/>
          </a:prstGeom>
          <a:solidFill>
            <a:srgbClr val="15130F">
              <a:alpha val="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376672"/>
            <a:ext cx="12191695" cy="1490472"/>
          </a:xfrm>
          <a:prstGeom prst="rect">
            <a:avLst/>
          </a:prstGeom>
          <a:solidFill>
            <a:srgbClr val="15130F">
              <a:alpha val="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870448"/>
            <a:ext cx="12191695" cy="996696"/>
          </a:xfrm>
          <a:prstGeom prst="rect">
            <a:avLst/>
          </a:prstGeom>
          <a:solidFill>
            <a:srgbClr val="15130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64224"/>
            <a:ext cx="12191695" cy="502920"/>
          </a:xfrm>
          <a:prstGeom prst="rect">
            <a:avLst/>
          </a:prstGeom>
          <a:solidFill>
            <a:srgbClr val="15130F">
              <a:alpha val="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pPr indent="0" marL="0">
              <a:buNone/>
            </a:pPr>
            <a:r>
              <a:rPr lang="en-US" sz="1050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실증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494215" y="292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6419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95848" y="6419088"/>
            <a:ext cx="541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python-pptx 구조 실측, 2026-07-31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" y="804672"/>
            <a:ext cx="930528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덱 자체가 실증입니다.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685800" y="1389888"/>
            <a:ext cx="93052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정본 하나에서 세 형식 — 지금 보는 이 PPT 도 그 산출물이다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5800" y="2514600"/>
            <a:ext cx="3460394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41832" y="2679192"/>
            <a:ext cx="29483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941832" y="3172968"/>
            <a:ext cx="29483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네이티브 차트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41832" y="3429000"/>
            <a:ext cx="294833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더블클릭하면 엑셀 데이터가 열린다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365650" y="2514600"/>
            <a:ext cx="3460394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621682" y="2679192"/>
            <a:ext cx="29483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4621682" y="3172968"/>
            <a:ext cx="29483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비트맵 텍스트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621682" y="3429000"/>
            <a:ext cx="294833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글자가 선택·편집 가능한 개체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045501" y="2514600"/>
            <a:ext cx="3460394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301533" y="2679192"/>
            <a:ext cx="29483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8301533" y="3172968"/>
            <a:ext cx="29483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노트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301533" y="3429000"/>
            <a:ext cx="294833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정본의 노트가 그대로 이관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85800" y="4251960"/>
            <a:ext cx="3423818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05256" y="478231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05256" y="4782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▣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490472" y="4379976"/>
            <a:ext cx="23996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형식 ①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490472" y="4581144"/>
            <a:ext cx="239969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490472" y="4837176"/>
            <a:ext cx="239969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브라우저가 곧 최종 렌더 — 정본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383938" y="4251960"/>
            <a:ext cx="3423818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603394" y="478231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03394" y="4782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⎙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188610" y="4379976"/>
            <a:ext cx="23996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형식 ②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188610" y="4581144"/>
            <a:ext cx="239969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5188610" y="4837176"/>
            <a:ext cx="239969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Playwright 렌더로 페이지 경계 그대로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8082077" y="4251960"/>
            <a:ext cx="3423818" cy="1463040"/>
          </a:xfrm>
          <a:prstGeom prst="roundRect">
            <a:avLst>
              <a:gd name="adj" fmla="val 5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8301533" y="478231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301533" y="4782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⌗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8886749" y="4379976"/>
            <a:ext cx="23996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형식 ③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886749" y="4581144"/>
            <a:ext cx="239969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가능 PPTX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8886749" y="4837176"/>
            <a:ext cx="239969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pptxgenjs 네이티브 개체 변환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12191695" cy="2478024"/>
          </a:xfrm>
          <a:prstGeom prst="rect">
            <a:avLst/>
          </a:prstGeom>
          <a:solidFill>
            <a:srgbClr val="15130F">
              <a:alpha val="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82896"/>
            <a:ext cx="12191695" cy="1984248"/>
          </a:xfrm>
          <a:prstGeom prst="rect">
            <a:avLst/>
          </a:prstGeom>
          <a:solidFill>
            <a:srgbClr val="15130F">
              <a:alpha val="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376672"/>
            <a:ext cx="12191695" cy="1490472"/>
          </a:xfrm>
          <a:prstGeom prst="rect">
            <a:avLst/>
          </a:prstGeom>
          <a:solidFill>
            <a:srgbClr val="15130F">
              <a:alpha val="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870448"/>
            <a:ext cx="12191695" cy="996696"/>
          </a:xfrm>
          <a:prstGeom prst="rect">
            <a:avLst/>
          </a:prstGeom>
          <a:solidFill>
            <a:srgbClr val="15130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364224"/>
            <a:ext cx="12191695" cy="502920"/>
          </a:xfrm>
          <a:prstGeom prst="rect">
            <a:avLst/>
          </a:prstGeom>
          <a:solidFill>
            <a:srgbClr val="15130F">
              <a:alpha val="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9494215" y="292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6419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2286000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액션.</a:t>
            </a:r>
            <a:endParaRPr lang="en-US" sz="3800" dirty="0"/>
          </a:p>
        </p:txBody>
      </p:sp>
      <p:sp>
        <p:nvSpPr>
          <p:cNvPr id="11" name="Shape 8"/>
          <p:cNvSpPr/>
          <p:nvPr/>
        </p:nvSpPr>
        <p:spPr>
          <a:xfrm>
            <a:off x="1843888" y="33832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63344" y="363931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63344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648560" y="3511296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둘러보기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48560" y="3767328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ui.askewly.com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69968" y="33832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989424" y="363931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89424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⧉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74640" y="3511296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진입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574640" y="3767328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ui.askewly.com/llms.txt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696048" y="33832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915504" y="363931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15504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⌗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500720" y="3511296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PPTX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500720" y="3767328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장부와 산출물 확인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Askewly Design</dc:title>
  <dc:subject>PptxGenJS Presentation</dc:subject>
  <dc:creator>PptxGenJS</dc:creator>
  <cp:lastModifiedBy>PptxGenJS</cp:lastModifiedBy>
  <cp:revision>1</cp:revision>
  <dcterms:created xsi:type="dcterms:W3CDTF">2026-07-31T05:39:01Z</dcterms:created>
  <dcterms:modified xsi:type="dcterms:W3CDTF">2026-07-31T05:39:01Z</dcterms:modified>
</cp:coreProperties>
</file>