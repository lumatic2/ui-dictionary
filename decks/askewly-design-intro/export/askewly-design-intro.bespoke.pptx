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정본 자산 수 (레포 실측)</c:v>
                </c:pt>
              </c:strCache>
            </c:strRef>
          </c:tx>
          <c:spPr>
            <a:solidFill>
              <a:srgbClr val="7B68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etendar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8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65A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9E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B7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지식·방법론 문서</c:v>
                  </c:pt>
                  <c:pt idx="1">
                    <c:v>레시피</c:v>
                  </c:pt>
                  <c:pt idx="2">
                    <c:v>llms 자산</c:v>
                  </c:pt>
                  <c:pt idx="3">
                    <c:v>UI 용어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47</c:v>
                </c:pt>
                <c:pt idx="2">
                  <c:v>166</c:v>
                </c:pt>
                <c:pt idx="3">
                  <c:v>562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463D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</c:scaling>
        <c:delete val="0"/>
        <c:axPos val="b"/>
        <c:majorGridlines>
          <c:spPr>
            <a:ln w="9525" cap="flat">
              <a:solidFill>
                <a:srgbClr val="E7E1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7716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Askewly Design 소개. 이 덱 자체가 HTML 정본에서 나왔다는 말로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북극성 3축. 셋 다 같은 정본에서 나온다는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medium-taxonomy 요지. 어록 PDF 사고 사례를 말로 소개.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오늘 레포에서 직접 센 값. 사전이 아니라 시스템 규모임을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Minto·Duarte·맥킨지가 수렴하는 순서. 린터가 제목·밀도를 자동 경고한다.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덱이 SL3 실험 본체. PPTX 두 경로의 비교 장부가 별도로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받기. 편집 가능 PPTX 산출물을 실제로 열어 보여주며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260604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0" b="1" spc="-50" kern="0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 Design</a:t>
            </a:r>
            <a:endParaRPr lang="en-US" sz="5500" dirty="0"/>
          </a:p>
        </p:txBody>
      </p:sp>
      <p:sp>
        <p:nvSpPr>
          <p:cNvPr id="4" name="Text 1"/>
          <p:cNvSpPr/>
          <p:nvPr/>
        </p:nvSpPr>
        <p:spPr>
          <a:xfrm>
            <a:off x="914400" y="3675888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매체의 디자인을 한 시스템으로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144872" y="431596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144872" y="4315968"/>
            <a:ext cx="86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덱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178144" y="431596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78144" y="4315968"/>
            <a:ext cx="86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783080"/>
            <a:ext cx="103628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Askewly Design은 세 얼굴로 나간다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914400" y="2487168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정본이 세 방향으로 배포된다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781148" y="2816352"/>
            <a:ext cx="2063496" cy="1664208"/>
          </a:xfrm>
          <a:prstGeom prst="roundRect">
            <a:avLst>
              <a:gd name="adj" fmla="val 4945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2964028" y="29443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64028" y="316382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964028" y="3419856"/>
            <a:ext cx="1697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웹사이트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964028" y="3712464"/>
            <a:ext cx="16977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UI 패턴·용어·데모를 둘러보는 ui.askewly.com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964028" y="4343400"/>
            <a:ext cx="933755" cy="20117"/>
          </a:xfrm>
          <a:prstGeom prst="rect">
            <a:avLst/>
          </a:prstGeom>
          <a:solidFill>
            <a:srgbClr val="2F4B7C"/>
          </a:solidFill>
          <a:ln/>
        </p:spPr>
      </p:sp>
      <p:sp>
        <p:nvSpPr>
          <p:cNvPr id="11" name="Shape 8"/>
          <p:cNvSpPr/>
          <p:nvPr/>
        </p:nvSpPr>
        <p:spPr>
          <a:xfrm>
            <a:off x="3897782" y="4343400"/>
            <a:ext cx="763981" cy="20117"/>
          </a:xfrm>
          <a:prstGeom prst="rect">
            <a:avLst/>
          </a:prstGeom>
          <a:solidFill>
            <a:srgbClr val="C65A3B">
              <a:alpha val="8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064100" y="2816352"/>
            <a:ext cx="2063496" cy="1664208"/>
          </a:xfrm>
          <a:prstGeom prst="roundRect">
            <a:avLst>
              <a:gd name="adj" fmla="val 4945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246980" y="29443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246980" y="316382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246980" y="3419856"/>
            <a:ext cx="1697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시스템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246980" y="3712464"/>
            <a:ext cx="16977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Codex·Claude Code가 llms.txt로 읽는 토큰·레시피·가이드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246980" y="4343400"/>
            <a:ext cx="933755" cy="20117"/>
          </a:xfrm>
          <a:prstGeom prst="rect">
            <a:avLst/>
          </a:prstGeom>
          <a:solidFill>
            <a:srgbClr val="2F4B7C"/>
          </a:solidFill>
          <a:ln/>
        </p:spPr>
      </p:sp>
      <p:sp>
        <p:nvSpPr>
          <p:cNvPr id="18" name="Shape 15"/>
          <p:cNvSpPr/>
          <p:nvPr/>
        </p:nvSpPr>
        <p:spPr>
          <a:xfrm>
            <a:off x="6180734" y="4343400"/>
            <a:ext cx="763981" cy="20117"/>
          </a:xfrm>
          <a:prstGeom prst="rect">
            <a:avLst/>
          </a:prstGeom>
          <a:solidFill>
            <a:srgbClr val="C65A3B">
              <a:alpha val="85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7347052" y="2816352"/>
            <a:ext cx="2063496" cy="1664208"/>
          </a:xfrm>
          <a:prstGeom prst="roundRect">
            <a:avLst>
              <a:gd name="adj" fmla="val 4945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529932" y="29443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529932" y="316382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529932" y="3419856"/>
            <a:ext cx="1697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왕복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529932" y="3712464"/>
            <a:ext cx="16977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익숙한 도구에서 그린 것이 정본을 거쳐 코드로 무손실 왕복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529932" y="4343400"/>
            <a:ext cx="933755" cy="20117"/>
          </a:xfrm>
          <a:prstGeom prst="rect">
            <a:avLst/>
          </a:prstGeom>
          <a:solidFill>
            <a:srgbClr val="2F4B7C"/>
          </a:solidFill>
          <a:ln/>
        </p:spPr>
      </p:sp>
      <p:sp>
        <p:nvSpPr>
          <p:cNvPr id="25" name="Shape 22"/>
          <p:cNvSpPr/>
          <p:nvPr/>
        </p:nvSpPr>
        <p:spPr>
          <a:xfrm>
            <a:off x="8463686" y="4343400"/>
            <a:ext cx="763981" cy="20117"/>
          </a:xfrm>
          <a:prstGeom prst="rect">
            <a:avLst/>
          </a:prstGeom>
          <a:solidFill>
            <a:srgbClr val="C65A3B">
              <a:alpha val="85000"/>
            </a:srgbClr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783080"/>
            <a:ext cx="103628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매체가 다르면 게이트도 다르다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914400" y="2487168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방식이 다르니 확인하는 자도 다르다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781148" y="2788920"/>
            <a:ext cx="3186684" cy="2148840"/>
          </a:xfrm>
          <a:prstGeom prst="roundRect">
            <a:avLst>
              <a:gd name="adj" fmla="val 3830"/>
            </a:avLst>
          </a:prstGeom>
          <a:solidFill>
            <a:srgbClr val="FDF3EC"/>
          </a:solidFill>
          <a:ln w="12700">
            <a:solidFill>
              <a:srgbClr val="C65A3B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000604" y="2953512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5A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000604" y="3172968"/>
            <a:ext cx="27477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3000604" y="3429000"/>
            <a:ext cx="27477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놓쳐서 깨진다 — hover·error·다크모드까지 봐야 통과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00604" y="3867912"/>
            <a:ext cx="2747772" cy="0"/>
          </a:xfrm>
          <a:prstGeom prst="line">
            <a:avLst/>
          </a:prstGeom>
          <a:noFill/>
          <a:ln w="9525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00604" y="3977640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5A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00604" y="4197096"/>
            <a:ext cx="27477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검사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00604" y="4453128"/>
            <a:ext cx="27477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토큰·반응형·상호작용 상태 verify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2788920"/>
            <a:ext cx="3186684" cy="2148840"/>
          </a:xfrm>
          <a:prstGeom prst="roundRect">
            <a:avLst>
              <a:gd name="adj" fmla="val 3830"/>
            </a:avLst>
          </a:prstGeom>
          <a:solidFill>
            <a:srgbClr val="EEF3F0"/>
          </a:solidFill>
          <a:ln w="12700">
            <a:solidFill>
              <a:srgbClr val="2F4B7C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43320" y="2953512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43320" y="3172968"/>
            <a:ext cx="27477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지면·발표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443320" y="3429000"/>
            <a:ext cx="27477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형식으로 깨진다 — PDF·PPTX를 그대로 열어 봐야 통과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443320" y="3867912"/>
            <a:ext cx="2747772" cy="0"/>
          </a:xfrm>
          <a:prstGeom prst="line">
            <a:avLst/>
          </a:prstGeom>
          <a:noFill/>
          <a:ln w="9525">
            <a:solidFill>
              <a:srgbClr val="D8D0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43320" y="3977640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✦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3320" y="4197096"/>
            <a:ext cx="27477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발표의 검사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443320" y="4453128"/>
            <a:ext cx="27477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캔버스 프리셋 선언 대조·WCAG 대비·근거 등급 경고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828800"/>
            <a:ext cx="103628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자산은 이미 쌓여 있다</a:t>
            </a:r>
            <a:endParaRPr lang="en-US" sz="3300" dirty="0"/>
          </a:p>
        </p:txBody>
      </p:sp>
      <p:sp>
        <p:nvSpPr>
          <p:cNvPr id="4" name="Shape 1"/>
          <p:cNvSpPr/>
          <p:nvPr/>
        </p:nvSpPr>
        <p:spPr>
          <a:xfrm>
            <a:off x="2697480" y="2606040"/>
            <a:ext cx="6796735" cy="2377440"/>
          </a:xfrm>
          <a:prstGeom prst="roundRect">
            <a:avLst>
              <a:gd name="adj" fmla="val 3462"/>
            </a:avLst>
          </a:prstGeom>
          <a:solidFill>
            <a:srgbClr val="FFFFFB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2926080" y="2788920"/>
          <a:ext cx="6339535" cy="1810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2697480" y="4672584"/>
            <a:ext cx="6522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ui-dictionary 레포 실측, 2026-07-28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783080"/>
            <a:ext cx="103628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디자인보다 먼저다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914400" y="2487168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거장들의 공통 순서를 게이트로 강제한다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3389224" y="2994660"/>
            <a:ext cx="1804416" cy="18288"/>
          </a:xfrm>
          <a:prstGeom prst="rect">
            <a:avLst/>
          </a:prstGeom>
          <a:solidFill>
            <a:srgbClr val="2F4B7C">
              <a:alpha val="65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5193640" y="2994660"/>
            <a:ext cx="1804416" cy="18288"/>
          </a:xfrm>
          <a:prstGeom prst="rect">
            <a:avLst/>
          </a:prstGeom>
          <a:solidFill>
            <a:srgbClr val="2F9E85">
              <a:alpha val="65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998056" y="2994660"/>
            <a:ext cx="1804416" cy="18288"/>
          </a:xfrm>
          <a:prstGeom prst="rect">
            <a:avLst/>
          </a:prstGeom>
          <a:solidFill>
            <a:srgbClr val="C65A3B">
              <a:alpha val="65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242920" y="2871216"/>
            <a:ext cx="292608" cy="292608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114904" y="28712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781148" y="3310128"/>
            <a:ext cx="1216152" cy="1536192"/>
          </a:xfrm>
          <a:prstGeom prst="roundRect">
            <a:avLst>
              <a:gd name="adj" fmla="val 6767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61208" y="3474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61208" y="34747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854300" y="378561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2854300" y="4041648"/>
            <a:ext cx="1069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있는 주장만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96232" y="2871216"/>
            <a:ext cx="292608" cy="292608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468216" y="28712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134460" y="3310128"/>
            <a:ext cx="1216152" cy="1536192"/>
          </a:xfrm>
          <a:prstGeom prst="roundRect">
            <a:avLst>
              <a:gd name="adj" fmla="val 6767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14520" y="3474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14520" y="34747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07612" y="378561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구성안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207612" y="4041648"/>
            <a:ext cx="1069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장별 메시지 1개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949544" y="2871216"/>
            <a:ext cx="292608" cy="292608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821528" y="28712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487772" y="3310128"/>
            <a:ext cx="1216152" cy="1536192"/>
          </a:xfrm>
          <a:prstGeom prst="roundRect">
            <a:avLst>
              <a:gd name="adj" fmla="val 6767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967832" y="3474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67832" y="34747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560924" y="378561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문구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560924" y="4041648"/>
            <a:ext cx="1069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제목은 곧 주장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302856" y="2871216"/>
            <a:ext cx="292608" cy="292608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174840" y="28712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841084" y="3310128"/>
            <a:ext cx="1216152" cy="1536192"/>
          </a:xfrm>
          <a:prstGeom prst="roundRect">
            <a:avLst>
              <a:gd name="adj" fmla="val 6767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321144" y="3474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21144" y="34747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914236" y="378561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6914236" y="4041648"/>
            <a:ext cx="1069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그다음이 시각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8656168" y="2871216"/>
            <a:ext cx="292608" cy="292608"/>
          </a:xfrm>
          <a:prstGeom prst="ellipse">
            <a:avLst/>
          </a:prstGeom>
          <a:solidFill>
            <a:srgbClr val="FFFFFB"/>
          </a:solidFill>
          <a:ln w="19050">
            <a:solidFill>
              <a:srgbClr val="2F4B7C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528152" y="28712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194396" y="3310128"/>
            <a:ext cx="1216152" cy="1536192"/>
          </a:xfrm>
          <a:prstGeom prst="roundRect">
            <a:avLst>
              <a:gd name="adj" fmla="val 6767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  <a:effectLst>
            <a:outerShdw sx="100000" sy="100000" kx="0" ky="0" algn="bl" rotWithShape="0" blurRad="177800" dist="38100" dir="5400000">
              <a:srgbClr val="8A8272">
                <a:alpha val="2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674456" y="3474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8F0ED"/>
          </a:solidFill>
          <a:ln w="9525">
            <a:solidFill>
              <a:srgbClr val="AEC5C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674456" y="34747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8267548" y="378561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내보내기</a:t>
            </a:r>
            <a:endParaRPr lang="en-US" sz="1250" dirty="0"/>
          </a:p>
        </p:txBody>
      </p:sp>
      <p:sp>
        <p:nvSpPr>
          <p:cNvPr id="42" name="Text 39"/>
          <p:cNvSpPr/>
          <p:nvPr/>
        </p:nvSpPr>
        <p:spPr>
          <a:xfrm>
            <a:off x="8267548" y="4041648"/>
            <a:ext cx="1069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형식 확인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783080"/>
            <a:ext cx="103628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덱 자체가 실증이다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914400" y="2487168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정본 하나에서 세 형식이 나온다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781148" y="2816352"/>
            <a:ext cx="2063496" cy="1051560"/>
          </a:xfrm>
          <a:prstGeom prst="roundRect">
            <a:avLst>
              <a:gd name="adj" fmla="val 7826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45740" y="294436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945740" y="3200400"/>
            <a:ext cx="1734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945740" y="3456432"/>
            <a:ext cx="173431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보고 있는 이 화면 — 브라우저가 곧 최종 렌더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064100" y="2816352"/>
            <a:ext cx="2063496" cy="1051560"/>
          </a:xfrm>
          <a:prstGeom prst="roundRect">
            <a:avLst>
              <a:gd name="adj" fmla="val 7826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228692" y="294436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228692" y="3200400"/>
            <a:ext cx="1734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228692" y="3456432"/>
            <a:ext cx="173431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렌더로 페이지 경계 그대로 내보낸다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347052" y="2816352"/>
            <a:ext cx="2063496" cy="1051560"/>
          </a:xfrm>
          <a:prstGeom prst="roundRect">
            <a:avLst>
              <a:gd name="adj" fmla="val 7826"/>
            </a:avLst>
          </a:prstGeom>
          <a:solidFill>
            <a:srgbClr val="FFFDF7"/>
          </a:solidFill>
          <a:ln w="12700">
            <a:solidFill>
              <a:srgbClr val="D8D0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11644" y="294436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511644" y="3200400"/>
            <a:ext cx="1734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가능 PPTX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511644" y="3456432"/>
            <a:ext cx="173431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6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pptxgenjs·SVG→DrawingML 두 경로로 네이티브 개체 변환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2926080"/>
            <a:ext cx="103628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액션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3352648" y="367588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3572104" y="365760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둘러보기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572104" y="3877056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ui.askewly.com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272888" y="367588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92344" y="365760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진입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92344" y="3877056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ui.askewly.com/llms.txt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93128" y="367588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B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12584" y="365760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PPTX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12584" y="3877056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1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장부와 산출물 확인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Askewly Design</dc:title>
  <dc:subject>PptxGenJS Presentation</dc:subject>
  <dc:creator>PptxGenJS</dc:creator>
  <cp:lastModifiedBy>PptxGenJS</cp:lastModifiedBy>
  <cp:revision>1</cp:revision>
  <dcterms:created xsi:type="dcterms:W3CDTF">2026-07-31T05:15:21Z</dcterms:created>
  <dcterms:modified xsi:type="dcterms:W3CDTF">2026-07-31T05:15:21Z</dcterms:modified>
</cp:coreProperties>
</file>