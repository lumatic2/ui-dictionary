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정본 자산 수 (레포 실측)</c:v>
                </c:pt>
              </c:strCache>
            </c:strRef>
          </c:tx>
          <c:spPr>
            <a:solidFill>
              <a:srgbClr val="2F4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5130F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UI 용어</c:v>
                  </c:pt>
                  <c:pt idx="1">
                    <c:v>llms 자산</c:v>
                  </c:pt>
                  <c:pt idx="2">
                    <c:v>레시피</c:v>
                  </c:pt>
                  <c:pt idx="3">
                    <c:v>지식·방법론 문서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562</c:v>
                </c:pt>
                <c:pt idx="1">
                  <c:v>166</c:v>
                </c:pt>
                <c:pt idx="2">
                  <c:v>47</c:v>
                </c:pt>
                <c:pt idx="3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5130F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4A463D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7E1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Askewly Design 소개. 이 덱 자체가 HTML 정본에서 나왔다는 말로 시작.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북극성 3축. 셋 다 같은 정본에서 나온다는 점이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medium-taxonomy 요지. 어록 PDF 사고 사례를 말로 소개.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수치는 오늘 레포에서 직접 센 값. 사전이 아니라 시스템 규모임을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Minto·Duarte·맥킨지가 수렴하는 순서. 린터가 제목·밀도를 자동 경고한다.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HTML 정본 하나에서 세 형식이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 액션 3개.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5800" y="2514600"/>
            <a:ext cx="108200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spc="-5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 Design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매체의 디자인을 한 시스템으로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90008" y="426110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90008" y="42611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덱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187288" y="426110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87288" y="42611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2026-07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292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indent="0" marL="0">
              <a:buNone/>
            </a:pPr>
            <a:r>
              <a:rPr lang="en-US" sz="1050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시스템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095848" y="6419088"/>
            <a:ext cx="5410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ui-dictionary 레포 실측, 2026-07-28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85800" y="804672"/>
            <a:ext cx="930528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3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정본이 세 방향으로 배포됩니다.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685800" y="1389888"/>
            <a:ext cx="930528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웹사이트·에이전트·제작 왕복 — 셋 다 같은 토큰 SSOT 에서 출발한다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85800" y="2446020"/>
            <a:ext cx="327141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2574036"/>
            <a:ext cx="327141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562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85800" y="3122676"/>
            <a:ext cx="32714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용어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3378708"/>
            <a:ext cx="32714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웹사이트가 서빙하는 정본 항목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460138" y="2446020"/>
            <a:ext cx="327141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0138" y="2574036"/>
            <a:ext cx="327141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460138" y="3122676"/>
            <a:ext cx="32714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llms 자산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460138" y="3378708"/>
            <a:ext cx="32714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에이전트가 llms.txt 로 읽는 토큰·가이드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234477" y="2446020"/>
            <a:ext cx="327141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34477" y="2574036"/>
            <a:ext cx="327141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무손실</a:t>
            </a:r>
            <a:endParaRPr lang="en-US" sz="3000" dirty="0"/>
          </a:p>
        </p:txBody>
      </p:sp>
      <p:sp>
        <p:nvSpPr>
          <p:cNvPr id="19" name="Text 16"/>
          <p:cNvSpPr/>
          <p:nvPr/>
        </p:nvSpPr>
        <p:spPr>
          <a:xfrm>
            <a:off x="8234477" y="3122676"/>
            <a:ext cx="32714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왕복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234477" y="3378708"/>
            <a:ext cx="32714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그린 것이 정본을 거쳐 코드로 왕복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85800" y="4274820"/>
            <a:ext cx="10820095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972" y="4696176"/>
            <a:ext cx="199705" cy="199705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271016" y="4549140"/>
            <a:ext cx="2686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얼굴 ①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271016" y="4750308"/>
            <a:ext cx="26862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웹사이트</a:t>
            </a:r>
            <a:endParaRPr lang="en-US" sz="1350" dirty="0"/>
          </a:p>
        </p:txBody>
      </p:sp>
      <p:sp>
        <p:nvSpPr>
          <p:cNvPr id="26" name="Text 22"/>
          <p:cNvSpPr/>
          <p:nvPr/>
        </p:nvSpPr>
        <p:spPr>
          <a:xfrm>
            <a:off x="1271016" y="5024628"/>
            <a:ext cx="268620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UI 패턴·용어·데모를 둘러보는 ui.askewly.com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4460138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52310" y="4696176"/>
            <a:ext cx="199705" cy="199705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045354" y="4549140"/>
            <a:ext cx="2686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얼굴 ②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5045354" y="4750308"/>
            <a:ext cx="26862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시스템</a:t>
            </a:r>
            <a:endParaRPr lang="en-US" sz="1350" dirty="0"/>
          </a:p>
        </p:txBody>
      </p:sp>
      <p:sp>
        <p:nvSpPr>
          <p:cNvPr id="31" name="Text 26"/>
          <p:cNvSpPr/>
          <p:nvPr/>
        </p:nvSpPr>
        <p:spPr>
          <a:xfrm>
            <a:off x="5045354" y="5024628"/>
            <a:ext cx="268620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Codex·Claude Code가 llms.txt로 읽는 토큰·레시피·가이드</a:t>
            </a:r>
            <a:endParaRPr lang="en-US" sz="950" dirty="0"/>
          </a:p>
        </p:txBody>
      </p:sp>
      <p:sp>
        <p:nvSpPr>
          <p:cNvPr id="32" name="Shape 27"/>
          <p:cNvSpPr/>
          <p:nvPr/>
        </p:nvSpPr>
        <p:spPr>
          <a:xfrm>
            <a:off x="8234477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26648" y="4696176"/>
            <a:ext cx="199705" cy="199705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8819693" y="4549140"/>
            <a:ext cx="2686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얼굴 ③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8819693" y="4750308"/>
            <a:ext cx="26862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왕복</a:t>
            </a:r>
            <a:endParaRPr lang="en-US" sz="1350" dirty="0"/>
          </a:p>
        </p:txBody>
      </p:sp>
      <p:sp>
        <p:nvSpPr>
          <p:cNvPr id="36" name="Text 30"/>
          <p:cNvSpPr/>
          <p:nvPr/>
        </p:nvSpPr>
        <p:spPr>
          <a:xfrm>
            <a:off x="8819693" y="5024628"/>
            <a:ext cx="268620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익숙한 도구에서 그린 것이 정본을 거쳐 코드로 무손실 왕복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292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indent="0" marL="0">
              <a:buNone/>
            </a:pPr>
            <a:r>
              <a:rPr lang="en-US" sz="1050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원칙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" y="804672"/>
            <a:ext cx="930528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3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매체가 다르면 게이트도 다릅니다.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85800" y="1389888"/>
            <a:ext cx="930528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 방식이 다르니 확인하는 자도 다르다 — 화면은 상태로, 지면·발표는 최종 형식으로 깨진다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779776"/>
            <a:ext cx="499856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2907792"/>
            <a:ext cx="499856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685800" y="3456432"/>
            <a:ext cx="4998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깨지는 곳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" y="3712464"/>
            <a:ext cx="49985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hover·error·다크모드까지 봐야 통과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85800" y="4215384"/>
            <a:ext cx="499856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4343400"/>
            <a:ext cx="499856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형식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85800" y="4892040"/>
            <a:ext cx="4998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지면·발표가 깨지는 곳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85800" y="5148072"/>
            <a:ext cx="49985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PDF·PPTX를 그대로 열어 봐야 통과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095848" y="2075688"/>
            <a:ext cx="0" cy="4078224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07328" y="307238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99499" y="3164556"/>
            <a:ext cx="199705" cy="199705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092544" y="3017520"/>
            <a:ext cx="4413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검사 ①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7092544" y="3218688"/>
            <a:ext cx="4413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검사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7092544" y="3493008"/>
            <a:ext cx="4413352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토큰·반응형·상호작용 상태 verify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507328" y="430682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99499" y="4398996"/>
            <a:ext cx="199705" cy="19970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92544" y="4251960"/>
            <a:ext cx="4413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검사 ②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7092544" y="4453128"/>
            <a:ext cx="4413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발표의 검사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92544" y="4727448"/>
            <a:ext cx="4413352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캔버스 프리셋 선언 대조·WCAG 대비·근거 등급 경고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292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indent="0" marL="0">
              <a:buNone/>
            </a:pPr>
            <a:r>
              <a:rPr lang="en-US" sz="1050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실증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095848" y="6419088"/>
            <a:ext cx="5410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ui-dictionary 레포 실측, 2026-07-28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85800" y="804672"/>
            <a:ext cx="930528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3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자산은 이미 쌓여 있습니다.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685800" y="1389888"/>
            <a:ext cx="930528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용어 562 · llms 자산 166 — 용어 사전이 아니라 시스템 규모다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85800" y="1938528"/>
            <a:ext cx="6059253" cy="4352544"/>
          </a:xfrm>
          <a:prstGeom prst="roundRect">
            <a:avLst>
              <a:gd name="adj" fmla="val 1681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52400" dist="25400" dir="5400000">
              <a:srgbClr val="8A8272">
                <a:alpha val="2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60120" y="2121408"/>
            <a:ext cx="551061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정본 자산 수 (레포 실측)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60120" y="2395728"/>
            <a:ext cx="5510613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단위: 항목 · 2026-07-28 기준</a:t>
            </a:r>
            <a:endParaRPr lang="en-US" sz="9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914400" y="2688336"/>
          <a:ext cx="5602053" cy="316382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/>
          <p:nvPr/>
        </p:nvSpPr>
        <p:spPr>
          <a:xfrm>
            <a:off x="960120" y="5961888"/>
            <a:ext cx="5510613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ui-dictionary 레포 실측, 2026-07-28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7019373" y="1938528"/>
            <a:ext cx="4486522" cy="1316736"/>
          </a:xfrm>
          <a:prstGeom prst="roundRect">
            <a:avLst>
              <a:gd name="adj" fmla="val 5556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52400" dist="25400" dir="5400000">
              <a:srgbClr val="8A8272">
                <a:alpha val="2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7275405" y="2103120"/>
            <a:ext cx="39744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562</a:t>
            </a:r>
            <a:endParaRPr lang="en-US" sz="2700" dirty="0"/>
          </a:p>
        </p:txBody>
      </p:sp>
      <p:sp>
        <p:nvSpPr>
          <p:cNvPr id="16" name="Text 12"/>
          <p:cNvSpPr/>
          <p:nvPr/>
        </p:nvSpPr>
        <p:spPr>
          <a:xfrm>
            <a:off x="7275405" y="2596896"/>
            <a:ext cx="3974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용어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275405" y="2852928"/>
            <a:ext cx="397445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탐색·검색되는 정본 항목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7019373" y="3456432"/>
            <a:ext cx="4486522" cy="1316736"/>
          </a:xfrm>
          <a:prstGeom prst="roundRect">
            <a:avLst>
              <a:gd name="adj" fmla="val 5556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52400" dist="25400" dir="5400000">
              <a:srgbClr val="8A8272">
                <a:alpha val="22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7275405" y="3621024"/>
            <a:ext cx="39744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166</a:t>
            </a:r>
            <a:endParaRPr lang="en-US" sz="2700" dirty="0"/>
          </a:p>
        </p:txBody>
      </p:sp>
      <p:sp>
        <p:nvSpPr>
          <p:cNvPr id="20" name="Text 16"/>
          <p:cNvSpPr/>
          <p:nvPr/>
        </p:nvSpPr>
        <p:spPr>
          <a:xfrm>
            <a:off x="7275405" y="4114800"/>
            <a:ext cx="3974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llms 자산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275405" y="4370832"/>
            <a:ext cx="397445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진입 경로로 배포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7019373" y="4974336"/>
            <a:ext cx="4486522" cy="1316736"/>
          </a:xfrm>
          <a:prstGeom prst="roundRect">
            <a:avLst>
              <a:gd name="adj" fmla="val 5556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52400" dist="25400" dir="5400000">
              <a:srgbClr val="8A8272">
                <a:alpha val="22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7275405" y="5138928"/>
            <a:ext cx="39744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</a:t>
            </a:r>
            <a:endParaRPr lang="en-US" sz="2700" dirty="0"/>
          </a:p>
        </p:txBody>
      </p:sp>
      <p:sp>
        <p:nvSpPr>
          <p:cNvPr id="24" name="Text 20"/>
          <p:cNvSpPr/>
          <p:nvPr/>
        </p:nvSpPr>
        <p:spPr>
          <a:xfrm>
            <a:off x="7275405" y="5632704"/>
            <a:ext cx="3974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레시피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7275405" y="5888736"/>
            <a:ext cx="397445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실동작 데모가 딸린 구현 단위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292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indent="0" marL="0">
              <a:buNone/>
            </a:pPr>
            <a:r>
              <a:rPr lang="en-US" sz="1050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방법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" y="804672"/>
            <a:ext cx="930528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3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구조가 디자인보다 먼저입니다.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85800" y="1389888"/>
            <a:ext cx="930528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Minto·Duarte·맥킨지가 수렴하는 공통 순서를 게이트로 강제한다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694658" y="2670048"/>
            <a:ext cx="8802380" cy="0"/>
          </a:xfrm>
          <a:prstGeom prst="line">
            <a:avLst/>
          </a:prstGeom>
          <a:noFill/>
          <a:ln w="15875">
            <a:solidFill>
              <a:srgbClr val="D8D0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66058" y="2441448"/>
            <a:ext cx="457200" cy="457200"/>
          </a:xfrm>
          <a:prstGeom prst="ellipse">
            <a:avLst/>
          </a:prstGeom>
          <a:solidFill>
            <a:srgbClr val="FFFFFB"/>
          </a:solidFill>
          <a:ln w="19050">
            <a:solidFill>
              <a:srgbClr val="2F4B7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328898" y="24414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85800" y="3099816"/>
            <a:ext cx="20177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685800" y="3410712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있는 주장만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666653" y="2441448"/>
            <a:ext cx="457200" cy="457200"/>
          </a:xfrm>
          <a:prstGeom prst="ellipse">
            <a:avLst/>
          </a:prstGeom>
          <a:solidFill>
            <a:srgbClr val="FFFFFB"/>
          </a:solidFill>
          <a:ln w="19050">
            <a:solidFill>
              <a:srgbClr val="2F4B7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29493" y="24414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886395" y="3099816"/>
            <a:ext cx="20177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구성안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2886395" y="3410712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장별 메시지 1개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67248" y="2441448"/>
            <a:ext cx="457200" cy="457200"/>
          </a:xfrm>
          <a:prstGeom prst="ellipse">
            <a:avLst/>
          </a:prstGeom>
          <a:solidFill>
            <a:srgbClr val="FFFFFB"/>
          </a:solidFill>
          <a:ln w="19050">
            <a:solidFill>
              <a:srgbClr val="2F4B7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730088" y="24414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086990" y="3099816"/>
            <a:ext cx="20177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문구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5086990" y="3410712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제목은 곧 주장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067843" y="2441448"/>
            <a:ext cx="457200" cy="457200"/>
          </a:xfrm>
          <a:prstGeom prst="ellipse">
            <a:avLst/>
          </a:prstGeom>
          <a:solidFill>
            <a:srgbClr val="FFFFFB"/>
          </a:solidFill>
          <a:ln w="19050">
            <a:solidFill>
              <a:srgbClr val="2F4B7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30683" y="24414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287585" y="3099816"/>
            <a:ext cx="20177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</a:t>
            </a:r>
            <a:endParaRPr lang="en-US" sz="1550" dirty="0"/>
          </a:p>
        </p:txBody>
      </p:sp>
      <p:sp>
        <p:nvSpPr>
          <p:cNvPr id="24" name="Text 21"/>
          <p:cNvSpPr/>
          <p:nvPr/>
        </p:nvSpPr>
        <p:spPr>
          <a:xfrm>
            <a:off x="7287585" y="3410712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그다음이 시각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10268438" y="2441448"/>
            <a:ext cx="457200" cy="457200"/>
          </a:xfrm>
          <a:prstGeom prst="ellipse">
            <a:avLst/>
          </a:prstGeom>
          <a:solidFill>
            <a:srgbClr val="FFFFFB"/>
          </a:solidFill>
          <a:ln w="19050">
            <a:solidFill>
              <a:srgbClr val="2F4B7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131278" y="24414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488180" y="3099816"/>
            <a:ext cx="20177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내보내기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9488180" y="3410712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형식 확인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685800" y="5029200"/>
            <a:ext cx="10820095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5800" y="534009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972" y="5432268"/>
            <a:ext cx="199705" cy="199705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1271016" y="5285232"/>
            <a:ext cx="455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게이트 ①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271016" y="5486400"/>
            <a:ext cx="4550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경고</a:t>
            </a:r>
            <a:endParaRPr lang="en-US" sz="1350" dirty="0"/>
          </a:p>
        </p:txBody>
      </p:sp>
      <p:sp>
        <p:nvSpPr>
          <p:cNvPr id="34" name="Text 30"/>
          <p:cNvSpPr/>
          <p:nvPr/>
        </p:nvSpPr>
        <p:spPr>
          <a:xfrm>
            <a:off x="1271016" y="5760720"/>
            <a:ext cx="455051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validator가 제목 길이·본문 밀도·레이아웃 적합성을 경고한다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370168" y="534009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62339" y="5432268"/>
            <a:ext cx="199705" cy="199705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6955384" y="5285232"/>
            <a:ext cx="455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게이트 ②</a:t>
            </a:r>
            <a:endParaRPr lang="en-US" sz="900" dirty="0"/>
          </a:p>
        </p:txBody>
      </p:sp>
      <p:sp>
        <p:nvSpPr>
          <p:cNvPr id="38" name="Text 33"/>
          <p:cNvSpPr/>
          <p:nvPr/>
        </p:nvSpPr>
        <p:spPr>
          <a:xfrm>
            <a:off x="6955384" y="5486400"/>
            <a:ext cx="4550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 승인</a:t>
            </a:r>
            <a:endParaRPr lang="en-US" sz="1350" dirty="0"/>
          </a:p>
        </p:txBody>
      </p:sp>
      <p:sp>
        <p:nvSpPr>
          <p:cNvPr id="39" name="Text 34"/>
          <p:cNvSpPr/>
          <p:nvPr/>
        </p:nvSpPr>
        <p:spPr>
          <a:xfrm>
            <a:off x="6955384" y="5760720"/>
            <a:ext cx="455051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구성안·문구·스타일은 각 게이트에서 사람이 승인한다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292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indent="0" marL="0">
              <a:buNone/>
            </a:pPr>
            <a:r>
              <a:rPr lang="en-US" sz="1050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실증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095848" y="6419088"/>
            <a:ext cx="5410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python-pptx 구조 실측, 2026-07-31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85800" y="804672"/>
            <a:ext cx="930528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3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덱 자체가 실증입니다.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685800" y="1389888"/>
            <a:ext cx="930528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정본 하나에서 세 형식 — 지금 보는 이 PPT 도 그 산출물이다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85800" y="2446020"/>
            <a:ext cx="327141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2574036"/>
            <a:ext cx="327141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85800" y="3122676"/>
            <a:ext cx="32714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네이티브 차트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3378708"/>
            <a:ext cx="32714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더블클릭하면 엑셀 데이터가 열린다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460138" y="2446020"/>
            <a:ext cx="327141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0138" y="2574036"/>
            <a:ext cx="327141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460138" y="3122676"/>
            <a:ext cx="32714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비트맵 텍스트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460138" y="3378708"/>
            <a:ext cx="32714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글자가 선택·편집 가능한 개체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234477" y="2446020"/>
            <a:ext cx="327141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34477" y="2574036"/>
            <a:ext cx="327141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Text 16"/>
          <p:cNvSpPr/>
          <p:nvPr/>
        </p:nvSpPr>
        <p:spPr>
          <a:xfrm>
            <a:off x="8234477" y="3122676"/>
            <a:ext cx="32714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노트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234477" y="3378708"/>
            <a:ext cx="32714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정본의 노트가 그대로 이관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85800" y="4274820"/>
            <a:ext cx="10820095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972" y="4696176"/>
            <a:ext cx="199705" cy="199705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271016" y="4549140"/>
            <a:ext cx="2686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 ①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271016" y="4750308"/>
            <a:ext cx="26862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</a:t>
            </a:r>
            <a:endParaRPr lang="en-US" sz="1350" dirty="0"/>
          </a:p>
        </p:txBody>
      </p:sp>
      <p:sp>
        <p:nvSpPr>
          <p:cNvPr id="26" name="Text 22"/>
          <p:cNvSpPr/>
          <p:nvPr/>
        </p:nvSpPr>
        <p:spPr>
          <a:xfrm>
            <a:off x="1271016" y="5024628"/>
            <a:ext cx="268620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브라우저가 곧 최종 렌더 — 정본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4460138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52310" y="4696176"/>
            <a:ext cx="199705" cy="199705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045354" y="4549140"/>
            <a:ext cx="2686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 ②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5045354" y="4750308"/>
            <a:ext cx="26862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</a:t>
            </a:r>
            <a:endParaRPr lang="en-US" sz="1350" dirty="0"/>
          </a:p>
        </p:txBody>
      </p:sp>
      <p:sp>
        <p:nvSpPr>
          <p:cNvPr id="31" name="Text 26"/>
          <p:cNvSpPr/>
          <p:nvPr/>
        </p:nvSpPr>
        <p:spPr>
          <a:xfrm>
            <a:off x="5045354" y="5024628"/>
            <a:ext cx="268620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 렌더로 페이지 경계 그대로</a:t>
            </a:r>
            <a:endParaRPr lang="en-US" sz="950" dirty="0"/>
          </a:p>
        </p:txBody>
      </p:sp>
      <p:sp>
        <p:nvSpPr>
          <p:cNvPr id="32" name="Shape 27"/>
          <p:cNvSpPr/>
          <p:nvPr/>
        </p:nvSpPr>
        <p:spPr>
          <a:xfrm>
            <a:off x="8234477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26648" y="4696176"/>
            <a:ext cx="199705" cy="199705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8819693" y="4549140"/>
            <a:ext cx="2686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 ③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8819693" y="4750308"/>
            <a:ext cx="26862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가능 PPTX</a:t>
            </a:r>
            <a:endParaRPr lang="en-US" sz="1350" dirty="0"/>
          </a:p>
        </p:txBody>
      </p:sp>
      <p:sp>
        <p:nvSpPr>
          <p:cNvPr id="36" name="Text 30"/>
          <p:cNvSpPr/>
          <p:nvPr/>
        </p:nvSpPr>
        <p:spPr>
          <a:xfrm>
            <a:off x="8819693" y="5024628"/>
            <a:ext cx="268620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pptxgenjs 네이티브 개체 변환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5800" y="2286000"/>
            <a:ext cx="108200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액션.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935328" y="348386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7499" y="3576036"/>
            <a:ext cx="199705" cy="19970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520544" y="3429000"/>
            <a:ext cx="1883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둘러보기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2520544" y="3703320"/>
            <a:ext cx="18836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ui.askewly.com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861408" y="348386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53579" y="3576036"/>
            <a:ext cx="199705" cy="19970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46624" y="3429000"/>
            <a:ext cx="1883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진입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5446624" y="3703320"/>
            <a:ext cx="18836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ui.askewly.com/llms.txt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7787488" y="348386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79659" y="3576036"/>
            <a:ext cx="199705" cy="19970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372704" y="3429000"/>
            <a:ext cx="1883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PPTX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372704" y="3703320"/>
            <a:ext cx="18836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장부와 산출물 확인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Askewly Design</dc:title>
  <dc:subject>PptxGenJS Presentation</dc:subject>
  <dc:creator>PptxGenJS</dc:creator>
  <cp:lastModifiedBy>PptxGenJS</cp:lastModifiedBy>
  <cp:revision>1</cp:revision>
  <dcterms:created xsi:type="dcterms:W3CDTF">2026-07-31T07:25:10Z</dcterms:created>
  <dcterms:modified xsi:type="dcterms:W3CDTF">2026-07-31T07:25:10Z</dcterms:modified>
</cp:coreProperties>
</file>