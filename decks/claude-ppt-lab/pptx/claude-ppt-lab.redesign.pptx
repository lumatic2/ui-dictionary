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리디자인 입력 소스: docs/reports/2026-07-28-sl1-slide-methodology-docs.md (실존 마크다운 보고서).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보고서 §1 결과 절의 재구성.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보고서 §2 이슈와 해결.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보고서 §3 증거.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3774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SL1 — 슬라이드 방법론 문서화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40080" y="35661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보고서를 프리셋 스타일로 재구성했다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43891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리디자인 모드   ·   원문 2026-07-28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만들어졌나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방법론 2문서 신설 + 에이전트 표면 배선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slide-principles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거장 8계보 수렴 원칙 5 + 표현 기법 — 근거 등급 분리(assertion-evidence만 실증)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3938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2538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12538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slide-production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612538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정본 원칙 · 3-format export 결정표 · G1~G7 순서 강제 · 린트 규칙 R1~R4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27797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56397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356397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llms.txt 배선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356397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 섹션 첫 신설 — 에이전트가 같은 방법론을 읽는다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ISSUES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두 건, 모두 계획 단계에서 잡혔다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검증자와 diff 검사가 사고를 예방했다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이중 정본 사고 (HIGH)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 게이트 정본이 이미 있는데 리서치가 '없다'고 단정 — fresh 검증자가 계획 단계에서 적발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55868" y="192024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4468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84468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84468" y="292608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step-2를 '게이트 인용/확장, 재서술 금지'로 재설계 — 정본 중복 생성 차단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25196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443484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475488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EOL 부산물 87건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68680" y="525780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llms 재생성이 diff 0줄짜리 파일 87건 생성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55868" y="425196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84468" y="443484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84468" y="475488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484468" y="525780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전량 원복, 실변경(+5줄·삭제 0)만 커밋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검증은 전부 기계로 남겼다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DoD 8항 PASS — 재현 커맨드 포함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 규율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접근일 grep + 상대 링크 전건 실존 스크립트 PASS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3938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2538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12538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배선 확인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612538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llms.txt grep — 신규 2건 존재, 기존 소실 0, vite build 통과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27797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56397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356397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 회고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356397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changeset 1개로 닫힘 — 독립 응집 변경 4개라 milestone 라벨 정합 판정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04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SL1 — 슬라이드 방법론 문서화</dc:title>
  <dc:subject>PptxGenJS Presentation</dc:subject>
  <dc:creator>Askewly Design</dc:creator>
  <cp:lastModifiedBy>Askewly Design</cp:lastModifiedBy>
  <cp:revision>1</cp:revision>
  <dcterms:created xsi:type="dcterms:W3CDTF">2026-07-30T15:46:42Z</dcterms:created>
  <dcterms:modified xsi:type="dcterms:W3CDTF">2026-07-30T15:46:42Z</dcterms:modified>
</cp:coreProperties>
</file>