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 브랜치 커밋 수 (git log 실측)</c:v>
                </c:pt>
              </c:strCache>
            </c:strRef>
          </c:tx>
          <c:spPr>
            <a:solidFill>
              <a:srgbClr val="FF55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5515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5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55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visual-impact (vi)</c:v>
                  </c:pt>
                  <c:pt idx="1">
                    <c:v>slide-methodology (sl)</c:v>
                  </c:pt>
                  <c:pt idx="2">
                    <c:v>slide-expressive (sx)</c:v>
                  </c:pt>
                  <c:pt idx="3">
                    <c:v>ui-encyclopedia (ue)</c:v>
                  </c:pt>
                  <c:pt idx="4">
                    <c:v>slide-pipeline (sp)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5515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입력 모드 재현 덱 — 영상 ⑤ (a) 등가.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형식별 게이트가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PPTX 네이티브 차트 검증용 실데이터 — 더미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methodology/slide-production.md G1~G7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영상의 결정타(차트 편집 가능성)를 우리 게이트 언어로 번역.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step-4로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슬라이드 파이프라인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 — 2026-07 현황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SP1 재현 랩   ·   2026-07-31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산출 형식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slides.json 정본에서 분기한다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브라우저가 곧 최종 렌더 — 인터랙티브 차트·모션까지 원본 그대로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트랙으로 텍스트 선택·검색 가능 — 의존성 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네이티브 개체 — 차트가 PowerPoint 안에서 살아 있다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goal별 커밋 수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97280" y="1737360"/>
          <a:ext cx="999713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발표-슬라이드-만드는-법 워크트리 git log 실측, 2026-07-31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제작은 다섯 게이트를 지난다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트랙이 다르면 게이트도 다르다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트랙과 PPTX 트랙의 확인 지점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트랙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실조작 — overflow·모션·reduced-motion 분기까지 확인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트랙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PowerPoint 실개봉 — 네이티브 차트·폰트·텍스트 개체 확인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HTML의 함정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미리보기만 믿으면 export에서 깨진다 — print 경계 확인 필수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PPTX의 함정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차트가 이미지로 떨어지면 편집 불가 — addChart 경로 강제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실개봉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PPTX를 PowerPoint로 연다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확인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더블클릭 → 데이터 시트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장부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충실도 편차 기록 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A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 슬라이드 파이프라인</dc:title>
  <dc:subject>PptxGenJS Presentation</dc:subject>
  <dc:creator>Askewly Design</dc:creator>
  <cp:lastModifiedBy>Askewly Design</cp:lastModifiedBy>
  <cp:revision>1</cp:revision>
  <dcterms:created xsi:type="dcterms:W3CDTF">2026-07-30T15:46:42Z</dcterms:created>
  <dcterms:modified xsi:type="dcterms:W3CDTF">2026-07-30T15:46:42Z</dcterms:modified>
</cp:coreProperties>
</file>