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오늘 커밋 수 — 단계별 (ui-dictionary)</c:v>
                </c:pt>
              </c:strCache>
            </c:strRef>
          </c:tx>
          <c:spPr>
            <a:solidFill>
              <a:srgbClr val="2F4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5130F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SP1 재현 랩</c:v>
                  </c:pt>
                  <c:pt idx="1">
                    <c:v>SP2 HTML 트랙</c:v>
                  </c:pt>
                  <c:pt idx="2">
                    <c:v>SP3 PPTX 정본화</c:v>
                  </c:pt>
                  <c:pt idx="3">
                    <c:v>PB bespoke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2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5130F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4A463D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7E1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 자체가 오늘 만든 bespoke 트랙의 ⑤ 등가 실증 산출물이다.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충실도 장부 방식 — 편차는 전부 기록하고 등가 치환만 허용했다.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숫자는 전부 오늘 git과 evidence 장부에서 직접 센 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관측 FAIL 왕복 자체가 파이프라인의 게이트가 일하고 있다는 증거.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덱이 곧 ⑤ 등가 실증 — 주제 한 줄에서 구성안 자유 생성으로 만들어졌다.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2514600"/>
            <a:ext cx="108200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-5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하나로 파이프라인을 다시 세웠습니다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8200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클로드 PPT 5단계의 재현·흡수·정본화 — 2026-07-31 하루 기록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90008" y="426110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90008" y="42611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회고 덱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87288" y="4261104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87288" y="42611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2026-07-31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방법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95848" y="6419088"/>
            <a:ext cx="541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evidence/slide-pipeline/ 장부, 2026-07-31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재현이 먼저, 흡수는 그다음입니다.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 5단계를 등가 재현해 충실도 장부로 검증한 뒤에만 스킬에 흡수했다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2446020"/>
            <a:ext cx="327141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574036"/>
            <a:ext cx="32714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85800" y="31226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워크플로우 재현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337870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스타일 선정→커스터마이즈→1장 조정→박제→제작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60138" y="2446020"/>
            <a:ext cx="327141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0138" y="2574036"/>
            <a:ext cx="32714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460138" y="31226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흡수 채택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460138" y="337870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 테마·1장 캘리브레이션·리디자인 입력 (보류 1)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234477" y="2446020"/>
            <a:ext cx="327141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34477" y="2574036"/>
            <a:ext cx="32714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234477" y="31226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이미지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234477" y="337870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 캡처 — 편집 그래머의 정본 근거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5800" y="4274820"/>
            <a:ext cx="10820095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46040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4604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271016" y="4549140"/>
            <a:ext cx="2686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goal ①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271016" y="4750308"/>
            <a:ext cx="2686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 랩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271016" y="5024628"/>
            <a:ext cx="268620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MiniMax 프리셋·1장 왕복 3회·네이티브 차트 검증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60138" y="46040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60138" y="4604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⧉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045354" y="4549140"/>
            <a:ext cx="2686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goal ②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45354" y="4750308"/>
            <a:ext cx="2686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 업그레이드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045354" y="5024628"/>
            <a:ext cx="268620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custom 테마 트랙·G5 캘리브레이션·리디자인 입력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234477" y="46040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34477" y="4604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⌗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819693" y="4549140"/>
            <a:ext cx="2686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goal ③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819693" y="4750308"/>
            <a:ext cx="2686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정본화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8819693" y="5024628"/>
            <a:ext cx="268620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pptxgenjs 단일 경로 + bespoke 고품질 트랙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실측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95848" y="6419088"/>
            <a:ext cx="541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git log·evidence 장부 실측, 2026-07-31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하루에 커밋 34개, goal 세 개가 닫혔습니다.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ui-dictionary 18 · custom-skills 16 — 전부 재현 랩에서 출발한 연쇄다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1938528"/>
            <a:ext cx="6059253" cy="4352544"/>
          </a:xfrm>
          <a:prstGeom prst="roundRect">
            <a:avLst>
              <a:gd name="adj" fmla="val 1681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2121408"/>
            <a:ext cx="551061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커밋 수 — 단계별 (ui-dictionary)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2395728"/>
            <a:ext cx="551061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커밋 · git log 실측, 2026-07-31</a:t>
            </a:r>
            <a:endParaRPr lang="en-US" sz="9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914400" y="2688336"/>
          <a:ext cx="5602053" cy="3163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/>
          <p:nvPr/>
        </p:nvSpPr>
        <p:spPr>
          <a:xfrm>
            <a:off x="960120" y="5961888"/>
            <a:ext cx="5510613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git log --since 2026-07-31 실측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7019373" y="1938528"/>
            <a:ext cx="4486522" cy="1316736"/>
          </a:xfrm>
          <a:prstGeom prst="roundRect">
            <a:avLst>
              <a:gd name="adj" fmla="val 555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275405" y="2103120"/>
            <a:ext cx="3974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7275405" y="2596896"/>
            <a:ext cx="3974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커밋 (두 레포)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7275405" y="2852928"/>
            <a:ext cx="39744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ui-dictionary 18 + custom-skills 16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019373" y="3456432"/>
            <a:ext cx="4486522" cy="1316736"/>
          </a:xfrm>
          <a:prstGeom prst="roundRect">
            <a:avLst>
              <a:gd name="adj" fmla="val 555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275405" y="3621024"/>
            <a:ext cx="3974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7275405" y="4114800"/>
            <a:ext cx="3974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 PPTX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275405" y="4370832"/>
            <a:ext cx="39744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랩 2 · 범용 트랙 2 · bespoke 1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7019373" y="4974336"/>
            <a:ext cx="4486522" cy="1316736"/>
          </a:xfrm>
          <a:prstGeom prst="roundRect">
            <a:avLst>
              <a:gd name="adj" fmla="val 555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  <a:effectLst>
            <a:outerShdw sx="100000" sy="100000" kx="0" ky="0" algn="bl" rotWithShape="0" blurRad="152400" dist="25400" dir="5400000">
              <a:srgbClr val="8A8272">
                <a:alpha val="22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7275405" y="5138928"/>
            <a:ext cx="39744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2700" dirty="0"/>
          </a:p>
        </p:txBody>
      </p:sp>
      <p:sp>
        <p:nvSpPr>
          <p:cNvPr id="24" name="Text 20"/>
          <p:cNvSpPr/>
          <p:nvPr/>
        </p:nvSpPr>
        <p:spPr>
          <a:xfrm>
            <a:off x="7275405" y="5632704"/>
            <a:ext cx="3974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캘리브레이션 라운드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7275405" y="5888736"/>
            <a:ext cx="397445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3 + bespoke v1 3 + v2 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85800" y="292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indent="0" marL="0">
              <a:buNone/>
            </a:pPr>
            <a:r>
              <a:rPr lang="en-US" sz="1050" spc="300" kern="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교훈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95848" y="6419088"/>
            <a:ext cx="5410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evidence/slide-pipeline/pb2-bespoke-proof.md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" y="804672"/>
            <a:ext cx="930528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품질은 렌더가 아니라 그래머에서 나옵니다.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85800" y="1389888"/>
            <a:ext cx="930528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미러링은 관측 FAIL — 주장형 헤드라인·정보 3계층·단일 키컬러가 답이었다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85800" y="2446020"/>
            <a:ext cx="327141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574036"/>
            <a:ext cx="32714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FAIL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685800" y="31226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관측 — HTML 미러링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85800" y="337870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 위주 덱을 충실 재현할수록 성긴 PPT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60138" y="2446020"/>
            <a:ext cx="327141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0138" y="2574036"/>
            <a:ext cx="32714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460138" y="31226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 고정 앵커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460138" y="337870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kicker·워드마크·페이지·출처 — 매 장 동일 위치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234477" y="2446020"/>
            <a:ext cx="3271418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34477" y="2574036"/>
            <a:ext cx="327141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3계층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234477" y="3122676"/>
            <a:ext cx="327141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정보 구조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234477" y="3378708"/>
            <a:ext cx="327141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주장 → 빅넘버 → 근거 상세. 하단 1/3을 비우지 않는다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85800" y="4274820"/>
            <a:ext cx="10820095" cy="0"/>
          </a:xfrm>
          <a:prstGeom prst="line">
            <a:avLst/>
          </a:prstGeom>
          <a:noFill/>
          <a:ln w="12700">
            <a:solidFill>
              <a:srgbClr val="D8D0C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85800" y="46040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4604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▣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1271016" y="4549140"/>
            <a:ext cx="2686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교정 ①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271016" y="4750308"/>
            <a:ext cx="2686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교체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271016" y="5024628"/>
            <a:ext cx="268620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렌더 근접 → brandlogy 편집 그래머 (사용자 확정)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460138" y="46040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460138" y="4604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◎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045354" y="4549140"/>
            <a:ext cx="2686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교정 ②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45354" y="4750308"/>
            <a:ext cx="2686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1장 미세조정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5045354" y="5024628"/>
            <a:ext cx="268620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PNG 자기검사 루프 — 대표 1장 수렴 후 전장 전개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8234477" y="460400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234477" y="4604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⇄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8819693" y="4549140"/>
            <a:ext cx="26862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교정 ③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819693" y="4750308"/>
            <a:ext cx="268620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 분화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8819693" y="5024628"/>
            <a:ext cx="2686202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카드는 데이터 증거에만 — 나머지는 오픈 타이포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494215" y="292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85800" y="6419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5800" y="2286000"/>
            <a:ext cx="10820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액션.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1935328" y="34838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35328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✦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520544" y="3429000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구성안 게이트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520544" y="370332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주제→구성안→생성 순서를 스킬 계약에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861408" y="34838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61408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⧉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46624" y="3429000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워크트리 병합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46624" y="370332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goal 마감 후 main 통합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87488" y="34838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8F0ED"/>
          </a:solidFill>
          <a:ln w="9525">
            <a:solidFill>
              <a:srgbClr val="AEC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87488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⌗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72704" y="3429000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리디자인 트랙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372704" y="3703320"/>
            <a:ext cx="188366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저품질 PPT/PDF → 내 스타일 재산출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파이프라인 하루 회고</dc:title>
  <dc:subject>PptxGenJS Presentation</dc:subject>
  <dc:creator>PptxGenJS</dc:creator>
  <cp:lastModifiedBy>PptxGenJS</cp:lastModifiedBy>
  <cp:revision>1</cp:revision>
  <dcterms:created xsi:type="dcterms:W3CDTF">2026-07-31T07:07:27Z</dcterms:created>
  <dcterms:modified xsi:type="dcterms:W3CDTF">2026-07-31T07:07:27Z</dcterms:modified>
</cp:coreProperties>
</file>